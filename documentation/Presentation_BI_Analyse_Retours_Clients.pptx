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26BFF-88FE-4557-B2BA-13B9C16425AD}" v="21" dt="2026-05-15T08:09:20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co humbert" userId="a6eb4eecb000ffd6" providerId="LiveId" clId="{09DE1239-541D-4ED2-A976-E0181688493A}"/>
    <pc:docChg chg="undo custSel addSld delSld modSld">
      <pc:chgData name="paco humbert" userId="a6eb4eecb000ffd6" providerId="LiveId" clId="{09DE1239-541D-4ED2-A976-E0181688493A}" dt="2026-05-15T09:05:01.903" v="424" actId="14100"/>
      <pc:docMkLst>
        <pc:docMk/>
      </pc:docMkLst>
      <pc:sldChg chg="addSp delSp modSp mod">
        <pc:chgData name="paco humbert" userId="a6eb4eecb000ffd6" providerId="LiveId" clId="{09DE1239-541D-4ED2-A976-E0181688493A}" dt="2026-05-15T08:06:53.714" v="216" actId="207"/>
        <pc:sldMkLst>
          <pc:docMk/>
          <pc:sldMk cId="0" sldId="256"/>
        </pc:sldMkLst>
        <pc:spChg chg="mod">
          <ac:chgData name="paco humbert" userId="a6eb4eecb000ffd6" providerId="LiveId" clId="{09DE1239-541D-4ED2-A976-E0181688493A}" dt="2026-05-15T08:06:53.714" v="216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8:05:11.669" v="199" actId="27636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8:04:16.959" v="167" actId="1076"/>
          <ac:picMkLst>
            <pc:docMk/>
            <pc:sldMk cId="0" sldId="256"/>
            <ac:picMk id="6" creationId="{4F07503A-C9CA-1FC4-FA20-9797E57399B7}"/>
          </ac:picMkLst>
        </pc:picChg>
        <pc:picChg chg="add del">
          <ac:chgData name="paco humbert" userId="a6eb4eecb000ffd6" providerId="LiveId" clId="{09DE1239-541D-4ED2-A976-E0181688493A}" dt="2026-05-15T08:04:58.597" v="194" actId="478"/>
          <ac:picMkLst>
            <pc:docMk/>
            <pc:sldMk cId="0" sldId="256"/>
            <ac:picMk id="8" creationId="{AC9B7CF5-CF3B-104B-7458-50FBEEDFE8BE}"/>
          </ac:picMkLst>
        </pc:picChg>
      </pc:sldChg>
      <pc:sldChg chg="addSp delSp modSp del mod">
        <pc:chgData name="paco humbert" userId="a6eb4eecb000ffd6" providerId="LiveId" clId="{09DE1239-541D-4ED2-A976-E0181688493A}" dt="2026-05-15T08:05:19.929" v="200" actId="2696"/>
        <pc:sldMkLst>
          <pc:docMk/>
          <pc:sldMk cId="0" sldId="257"/>
        </pc:sldMkLst>
        <pc:spChg chg="mod">
          <ac:chgData name="paco humbert" userId="a6eb4eecb000ffd6" providerId="LiveId" clId="{09DE1239-541D-4ED2-A976-E0181688493A}" dt="2026-05-15T07:22:27.080" v="17" actId="255"/>
          <ac:spMkLst>
            <pc:docMk/>
            <pc:sldMk cId="0" sldId="257"/>
            <ac:spMk id="3" creationId="{00000000-0000-0000-0000-000000000000}"/>
          </ac:spMkLst>
        </pc:spChg>
        <pc:picChg chg="add del">
          <ac:chgData name="paco humbert" userId="a6eb4eecb000ffd6" providerId="LiveId" clId="{09DE1239-541D-4ED2-A976-E0181688493A}" dt="2026-05-15T08:05:01.516" v="195" actId="478"/>
          <ac:picMkLst>
            <pc:docMk/>
            <pc:sldMk cId="0" sldId="257"/>
            <ac:picMk id="6" creationId="{E7472194-5447-266F-D390-027AF1924748}"/>
          </ac:picMkLst>
        </pc:picChg>
      </pc:sldChg>
      <pc:sldChg chg="addSp modSp mod">
        <pc:chgData name="paco humbert" userId="a6eb4eecb000ffd6" providerId="LiveId" clId="{09DE1239-541D-4ED2-A976-E0181688493A}" dt="2026-05-15T08:06:58.087" v="217" actId="207"/>
        <pc:sldMkLst>
          <pc:docMk/>
          <pc:sldMk cId="0" sldId="258"/>
        </pc:sldMkLst>
        <pc:spChg chg="mod">
          <ac:chgData name="paco humbert" userId="a6eb4eecb000ffd6" providerId="LiveId" clId="{09DE1239-541D-4ED2-A976-E0181688493A}" dt="2026-05-15T08:06:58.087" v="217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8:06:20.172" v="210" actId="1076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8:05:30.460" v="202"/>
          <ac:picMkLst>
            <pc:docMk/>
            <pc:sldMk cId="0" sldId="258"/>
            <ac:picMk id="5" creationId="{BAAECE3B-FE44-EF8E-90AE-B5655616BB05}"/>
          </ac:picMkLst>
        </pc:picChg>
      </pc:sldChg>
      <pc:sldChg chg="addSp modSp mod">
        <pc:chgData name="paco humbert" userId="a6eb4eecb000ffd6" providerId="LiveId" clId="{09DE1239-541D-4ED2-A976-E0181688493A}" dt="2026-05-15T08:07:01.609" v="218" actId="207"/>
        <pc:sldMkLst>
          <pc:docMk/>
          <pc:sldMk cId="0" sldId="259"/>
        </pc:sldMkLst>
        <pc:spChg chg="mod">
          <ac:chgData name="paco humbert" userId="a6eb4eecb000ffd6" providerId="LiveId" clId="{09DE1239-541D-4ED2-A976-E0181688493A}" dt="2026-05-15T08:07:01.609" v="218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8:06:11.794" v="209" actId="1076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8:05:40.546" v="205"/>
          <ac:picMkLst>
            <pc:docMk/>
            <pc:sldMk cId="0" sldId="259"/>
            <ac:picMk id="5" creationId="{AD2AB575-97D6-C680-FD5D-E563857C1C98}"/>
          </ac:picMkLst>
        </pc:picChg>
      </pc:sldChg>
      <pc:sldChg chg="addSp modSp mod">
        <pc:chgData name="paco humbert" userId="a6eb4eecb000ffd6" providerId="LiveId" clId="{09DE1239-541D-4ED2-A976-E0181688493A}" dt="2026-05-15T08:07:06.724" v="219" actId="207"/>
        <pc:sldMkLst>
          <pc:docMk/>
          <pc:sldMk cId="0" sldId="260"/>
        </pc:sldMkLst>
        <pc:spChg chg="mod">
          <ac:chgData name="paco humbert" userId="a6eb4eecb000ffd6" providerId="LiveId" clId="{09DE1239-541D-4ED2-A976-E0181688493A}" dt="2026-05-15T08:07:06.724" v="219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8:06:32.512" v="213" actId="1076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8:06:24.678" v="211"/>
          <ac:picMkLst>
            <pc:docMk/>
            <pc:sldMk cId="0" sldId="260"/>
            <ac:picMk id="5" creationId="{BA5C16CD-0366-73CE-4D1D-4BDE400D51B6}"/>
          </ac:picMkLst>
        </pc:picChg>
      </pc:sldChg>
      <pc:sldChg chg="addSp delSp modSp mod">
        <pc:chgData name="paco humbert" userId="a6eb4eecb000ffd6" providerId="LiveId" clId="{09DE1239-541D-4ED2-A976-E0181688493A}" dt="2026-05-15T08:06:45.542" v="215" actId="207"/>
        <pc:sldMkLst>
          <pc:docMk/>
          <pc:sldMk cId="0" sldId="261"/>
        </pc:sldMkLst>
        <pc:spChg chg="mod">
          <ac:chgData name="paco humbert" userId="a6eb4eecb000ffd6" providerId="LiveId" clId="{09DE1239-541D-4ED2-A976-E0181688493A}" dt="2026-05-15T08:06:45.542" v="215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7:23:21.471" v="26" actId="20577"/>
          <ac:spMkLst>
            <pc:docMk/>
            <pc:sldMk cId="0" sldId="261"/>
            <ac:spMk id="3" creationId="{00000000-0000-0000-0000-000000000000}"/>
          </ac:spMkLst>
        </pc:spChg>
        <pc:picChg chg="add del mod">
          <ac:chgData name="paco humbert" userId="a6eb4eecb000ffd6" providerId="LiveId" clId="{09DE1239-541D-4ED2-A976-E0181688493A}" dt="2026-05-15T07:21:13.084" v="7" actId="478"/>
          <ac:picMkLst>
            <pc:docMk/>
            <pc:sldMk cId="0" sldId="261"/>
            <ac:picMk id="6" creationId="{52811CEF-F7E4-5040-638B-0E65201D4A43}"/>
          </ac:picMkLst>
        </pc:picChg>
        <pc:picChg chg="add mod">
          <ac:chgData name="paco humbert" userId="a6eb4eecb000ffd6" providerId="LiveId" clId="{09DE1239-541D-4ED2-A976-E0181688493A}" dt="2026-05-15T07:22:02.166" v="16" actId="1076"/>
          <ac:picMkLst>
            <pc:docMk/>
            <pc:sldMk cId="0" sldId="261"/>
            <ac:picMk id="8" creationId="{66D82F44-41A1-7FCD-0CC3-25B48563D68A}"/>
          </ac:picMkLst>
        </pc:picChg>
        <pc:picChg chg="add mod">
          <ac:chgData name="paco humbert" userId="a6eb4eecb000ffd6" providerId="LiveId" clId="{09DE1239-541D-4ED2-A976-E0181688493A}" dt="2026-05-15T08:06:36.908" v="214"/>
          <ac:picMkLst>
            <pc:docMk/>
            <pc:sldMk cId="0" sldId="261"/>
            <ac:picMk id="9" creationId="{01D31003-B428-13E4-5AA5-69820AE87FB2}"/>
          </ac:picMkLst>
        </pc:picChg>
      </pc:sldChg>
      <pc:sldChg chg="addSp delSp modSp mod">
        <pc:chgData name="paco humbert" userId="a6eb4eecb000ffd6" providerId="LiveId" clId="{09DE1239-541D-4ED2-A976-E0181688493A}" dt="2026-05-15T09:05:01.903" v="424" actId="14100"/>
        <pc:sldMkLst>
          <pc:docMk/>
          <pc:sldMk cId="0" sldId="262"/>
        </pc:sldMkLst>
        <pc:spChg chg="mod">
          <ac:chgData name="paco humbert" userId="a6eb4eecb000ffd6" providerId="LiveId" clId="{09DE1239-541D-4ED2-A976-E0181688493A}" dt="2026-05-15T08:07:10.968" v="220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7:26:45.529" v="48" actId="12"/>
          <ac:spMkLst>
            <pc:docMk/>
            <pc:sldMk cId="0" sldId="262"/>
            <ac:spMk id="3" creationId="{00000000-0000-0000-0000-000000000000}"/>
          </ac:spMkLst>
        </pc:spChg>
        <pc:spChg chg="mod">
          <ac:chgData name="paco humbert" userId="a6eb4eecb000ffd6" providerId="LiveId" clId="{09DE1239-541D-4ED2-A976-E0181688493A}" dt="2026-05-15T08:07:28.507" v="225" actId="13926"/>
          <ac:spMkLst>
            <pc:docMk/>
            <pc:sldMk cId="0" sldId="262"/>
            <ac:spMk id="4" creationId="{00000000-0000-0000-0000-000000000000}"/>
          </ac:spMkLst>
        </pc:spChg>
        <pc:picChg chg="add del mod">
          <ac:chgData name="paco humbert" userId="a6eb4eecb000ffd6" providerId="LiveId" clId="{09DE1239-541D-4ED2-A976-E0181688493A}" dt="2026-05-15T09:05:01.903" v="424" actId="14100"/>
          <ac:picMkLst>
            <pc:docMk/>
            <pc:sldMk cId="0" sldId="262"/>
            <ac:picMk id="6" creationId="{73A61667-0C62-C28D-3AF1-1D0021770A4B}"/>
          </ac:picMkLst>
        </pc:picChg>
        <pc:picChg chg="add mod">
          <ac:chgData name="paco humbert" userId="a6eb4eecb000ffd6" providerId="LiveId" clId="{09DE1239-541D-4ED2-A976-E0181688493A}" dt="2026-05-15T08:07:13.694" v="221"/>
          <ac:picMkLst>
            <pc:docMk/>
            <pc:sldMk cId="0" sldId="262"/>
            <ac:picMk id="7" creationId="{FF9A9873-DA7F-F78E-6BF5-1D295229AF1F}"/>
          </ac:picMkLst>
        </pc:picChg>
      </pc:sldChg>
      <pc:sldChg chg="addSp modSp mod">
        <pc:chgData name="paco humbert" userId="a6eb4eecb000ffd6" providerId="LiveId" clId="{09DE1239-541D-4ED2-A976-E0181688493A}" dt="2026-05-15T08:07:34.859" v="227" actId="207"/>
        <pc:sldMkLst>
          <pc:docMk/>
          <pc:sldMk cId="0" sldId="263"/>
        </pc:sldMkLst>
        <pc:spChg chg="mod">
          <ac:chgData name="paco humbert" userId="a6eb4eecb000ffd6" providerId="LiveId" clId="{09DE1239-541D-4ED2-A976-E0181688493A}" dt="2026-05-15T08:07:34.859" v="227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7:34:56.630" v="77" actId="20577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7:32:43.488" v="63" actId="1076"/>
          <ac:picMkLst>
            <pc:docMk/>
            <pc:sldMk cId="0" sldId="263"/>
            <ac:picMk id="6" creationId="{2A1B05E4-A7EB-AE1B-9735-52246FE50677}"/>
          </ac:picMkLst>
        </pc:picChg>
        <pc:picChg chg="add mod">
          <ac:chgData name="paco humbert" userId="a6eb4eecb000ffd6" providerId="LiveId" clId="{09DE1239-541D-4ED2-A976-E0181688493A}" dt="2026-05-15T08:07:31.597" v="226"/>
          <ac:picMkLst>
            <pc:docMk/>
            <pc:sldMk cId="0" sldId="263"/>
            <ac:picMk id="7" creationId="{7A04D850-C579-A6D2-AC1B-BDA3A45ED23E}"/>
          </ac:picMkLst>
        </pc:picChg>
      </pc:sldChg>
      <pc:sldChg chg="addSp modSp mod">
        <pc:chgData name="paco humbert" userId="a6eb4eecb000ffd6" providerId="LiveId" clId="{09DE1239-541D-4ED2-A976-E0181688493A}" dt="2026-05-15T08:07:53.175" v="234" actId="207"/>
        <pc:sldMkLst>
          <pc:docMk/>
          <pc:sldMk cId="0" sldId="264"/>
        </pc:sldMkLst>
        <pc:spChg chg="mod">
          <ac:chgData name="paco humbert" userId="a6eb4eecb000ffd6" providerId="LiveId" clId="{09DE1239-541D-4ED2-A976-E0181688493A}" dt="2026-05-15T08:07:53.175" v="234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7:33:14.528" v="65" actId="14100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7:47:30.350" v="102" actId="1076"/>
          <ac:picMkLst>
            <pc:docMk/>
            <pc:sldMk cId="0" sldId="264"/>
            <ac:picMk id="6" creationId="{B1D70FDA-D947-2904-98FC-5004CE2FF2B8}"/>
          </ac:picMkLst>
        </pc:picChg>
        <pc:picChg chg="add mod">
          <ac:chgData name="paco humbert" userId="a6eb4eecb000ffd6" providerId="LiveId" clId="{09DE1239-541D-4ED2-A976-E0181688493A}" dt="2026-05-15T07:47:33.688" v="103" actId="1076"/>
          <ac:picMkLst>
            <pc:docMk/>
            <pc:sldMk cId="0" sldId="264"/>
            <ac:picMk id="8" creationId="{560BFBCB-B62D-A909-5451-BE093A146F25}"/>
          </ac:picMkLst>
        </pc:picChg>
        <pc:picChg chg="add mod">
          <ac:chgData name="paco humbert" userId="a6eb4eecb000ffd6" providerId="LiveId" clId="{09DE1239-541D-4ED2-A976-E0181688493A}" dt="2026-05-15T08:07:38.527" v="228"/>
          <ac:picMkLst>
            <pc:docMk/>
            <pc:sldMk cId="0" sldId="264"/>
            <ac:picMk id="9" creationId="{F2EF0127-D26B-D9E0-C1F4-61E437C790DD}"/>
          </ac:picMkLst>
        </pc:picChg>
      </pc:sldChg>
      <pc:sldChg chg="addSp delSp modSp mod">
        <pc:chgData name="paco humbert" userId="a6eb4eecb000ffd6" providerId="LiveId" clId="{09DE1239-541D-4ED2-A976-E0181688493A}" dt="2026-05-15T08:08:11.142" v="236" actId="207"/>
        <pc:sldMkLst>
          <pc:docMk/>
          <pc:sldMk cId="0" sldId="265"/>
        </pc:sldMkLst>
        <pc:spChg chg="mod">
          <ac:chgData name="paco humbert" userId="a6eb4eecb000ffd6" providerId="LiveId" clId="{09DE1239-541D-4ED2-A976-E0181688493A}" dt="2026-05-15T08:08:11.142" v="236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7:36:38.921" v="84" actId="14100"/>
          <ac:spMkLst>
            <pc:docMk/>
            <pc:sldMk cId="0" sldId="265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7:37:03.726" v="86" actId="1076"/>
          <ac:picMkLst>
            <pc:docMk/>
            <pc:sldMk cId="0" sldId="265"/>
            <ac:picMk id="6" creationId="{C1AEF9B4-C9BD-39E5-1685-16C357290151}"/>
          </ac:picMkLst>
        </pc:picChg>
        <pc:picChg chg="add mod">
          <ac:chgData name="paco humbert" userId="a6eb4eecb000ffd6" providerId="LiveId" clId="{09DE1239-541D-4ED2-A976-E0181688493A}" dt="2026-05-15T07:40:57.521" v="96" actId="1076"/>
          <ac:picMkLst>
            <pc:docMk/>
            <pc:sldMk cId="0" sldId="265"/>
            <ac:picMk id="8" creationId="{244AC6BD-80A2-A970-C23C-BFEC0BE7E3DA}"/>
          </ac:picMkLst>
        </pc:picChg>
        <pc:picChg chg="add del mod">
          <ac:chgData name="paco humbert" userId="a6eb4eecb000ffd6" providerId="LiveId" clId="{09DE1239-541D-4ED2-A976-E0181688493A}" dt="2026-05-15T07:40:15.494" v="92" actId="478"/>
          <ac:picMkLst>
            <pc:docMk/>
            <pc:sldMk cId="0" sldId="265"/>
            <ac:picMk id="10" creationId="{45109A3E-F123-F1FD-3A6F-FD56191CC35D}"/>
          </ac:picMkLst>
        </pc:picChg>
        <pc:picChg chg="add mod">
          <ac:chgData name="paco humbert" userId="a6eb4eecb000ffd6" providerId="LiveId" clId="{09DE1239-541D-4ED2-A976-E0181688493A}" dt="2026-05-15T07:40:22.105" v="95" actId="14100"/>
          <ac:picMkLst>
            <pc:docMk/>
            <pc:sldMk cId="0" sldId="265"/>
            <ac:picMk id="12" creationId="{915FC636-3176-8B63-F0D9-40AE0CD5E3C6}"/>
          </ac:picMkLst>
        </pc:picChg>
        <pc:picChg chg="add mod">
          <ac:chgData name="paco humbert" userId="a6eb4eecb000ffd6" providerId="LiveId" clId="{09DE1239-541D-4ED2-A976-E0181688493A}" dt="2026-05-15T07:43:00.442" v="98" actId="1076"/>
          <ac:picMkLst>
            <pc:docMk/>
            <pc:sldMk cId="0" sldId="265"/>
            <ac:picMk id="14" creationId="{0C9D9DC5-A792-55FA-63F1-1951CF7ACEA0}"/>
          </ac:picMkLst>
        </pc:picChg>
        <pc:picChg chg="add mod">
          <ac:chgData name="paco humbert" userId="a6eb4eecb000ffd6" providerId="LiveId" clId="{09DE1239-541D-4ED2-A976-E0181688493A}" dt="2026-05-15T08:07:57.849" v="235"/>
          <ac:picMkLst>
            <pc:docMk/>
            <pc:sldMk cId="0" sldId="265"/>
            <ac:picMk id="15" creationId="{833329F7-CF0A-6CDB-3BBE-39E850BA86DA}"/>
          </ac:picMkLst>
        </pc:picChg>
      </pc:sldChg>
      <pc:sldChg chg="addSp delSp modSp mod">
        <pc:chgData name="paco humbert" userId="a6eb4eecb000ffd6" providerId="LiveId" clId="{09DE1239-541D-4ED2-A976-E0181688493A}" dt="2026-05-15T08:31:14.022" v="347" actId="1076"/>
        <pc:sldMkLst>
          <pc:docMk/>
          <pc:sldMk cId="0" sldId="266"/>
        </pc:sldMkLst>
        <pc:spChg chg="mod">
          <ac:chgData name="paco humbert" userId="a6eb4eecb000ffd6" providerId="LiveId" clId="{09DE1239-541D-4ED2-A976-E0181688493A}" dt="2026-05-15T08:08:21.539" v="238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7:51:06.589" v="111" actId="207"/>
          <ac:spMkLst>
            <pc:docMk/>
            <pc:sldMk cId="0" sldId="266"/>
            <ac:spMk id="3" creationId="{00000000-0000-0000-0000-000000000000}"/>
          </ac:spMkLst>
        </pc:spChg>
        <pc:picChg chg="add del mod">
          <ac:chgData name="paco humbert" userId="a6eb4eecb000ffd6" providerId="LiveId" clId="{09DE1239-541D-4ED2-A976-E0181688493A}" dt="2026-05-15T08:27:18.955" v="313" actId="478"/>
          <ac:picMkLst>
            <pc:docMk/>
            <pc:sldMk cId="0" sldId="266"/>
            <ac:picMk id="6" creationId="{16D0566B-3267-31B4-47F4-1190C40F8596}"/>
          </ac:picMkLst>
        </pc:picChg>
        <pc:picChg chg="add mod">
          <ac:chgData name="paco humbert" userId="a6eb4eecb000ffd6" providerId="LiveId" clId="{09DE1239-541D-4ED2-A976-E0181688493A}" dt="2026-05-15T08:08:18.673" v="237"/>
          <ac:picMkLst>
            <pc:docMk/>
            <pc:sldMk cId="0" sldId="266"/>
            <ac:picMk id="7" creationId="{FFD599FB-3A1A-7662-85B1-3A3B98987DF1}"/>
          </ac:picMkLst>
        </pc:picChg>
        <pc:picChg chg="add del mod">
          <ac:chgData name="paco humbert" userId="a6eb4eecb000ffd6" providerId="LiveId" clId="{09DE1239-541D-4ED2-A976-E0181688493A}" dt="2026-05-15T08:27:19.754" v="314" actId="478"/>
          <ac:picMkLst>
            <pc:docMk/>
            <pc:sldMk cId="0" sldId="266"/>
            <ac:picMk id="8" creationId="{F00774C2-CD23-2A42-2EC5-DA0D0D9A3097}"/>
          </ac:picMkLst>
        </pc:picChg>
        <pc:picChg chg="add mod">
          <ac:chgData name="paco humbert" userId="a6eb4eecb000ffd6" providerId="LiveId" clId="{09DE1239-541D-4ED2-A976-E0181688493A}" dt="2026-05-15T08:27:33.787" v="316" actId="1076"/>
          <ac:picMkLst>
            <pc:docMk/>
            <pc:sldMk cId="0" sldId="266"/>
            <ac:picMk id="10" creationId="{00ED0AB5-801A-0BEA-2001-EC5A112FE39A}"/>
          </ac:picMkLst>
        </pc:picChg>
        <pc:picChg chg="add mod">
          <ac:chgData name="paco humbert" userId="a6eb4eecb000ffd6" providerId="LiveId" clId="{09DE1239-541D-4ED2-A976-E0181688493A}" dt="2026-05-15T08:29:16.756" v="332" actId="14100"/>
          <ac:picMkLst>
            <pc:docMk/>
            <pc:sldMk cId="0" sldId="266"/>
            <ac:picMk id="12" creationId="{07F78CAE-9326-A607-7A11-D3FDF68ABEB2}"/>
          </ac:picMkLst>
        </pc:picChg>
        <pc:picChg chg="add mod">
          <ac:chgData name="paco humbert" userId="a6eb4eecb000ffd6" providerId="LiveId" clId="{09DE1239-541D-4ED2-A976-E0181688493A}" dt="2026-05-15T08:28:18.483" v="320" actId="1076"/>
          <ac:picMkLst>
            <pc:docMk/>
            <pc:sldMk cId="0" sldId="266"/>
            <ac:picMk id="14" creationId="{CB6559A2-8351-271D-05E1-D2DB7C1986CB}"/>
          </ac:picMkLst>
        </pc:picChg>
        <pc:picChg chg="add mod">
          <ac:chgData name="paco humbert" userId="a6eb4eecb000ffd6" providerId="LiveId" clId="{09DE1239-541D-4ED2-A976-E0181688493A}" dt="2026-05-15T08:29:14.638" v="331" actId="14100"/>
          <ac:picMkLst>
            <pc:docMk/>
            <pc:sldMk cId="0" sldId="266"/>
            <ac:picMk id="16" creationId="{7304FB11-B00D-4873-6B74-E28F764A43CA}"/>
          </ac:picMkLst>
        </pc:picChg>
        <pc:picChg chg="add del mod">
          <ac:chgData name="paco humbert" userId="a6eb4eecb000ffd6" providerId="LiveId" clId="{09DE1239-541D-4ED2-A976-E0181688493A}" dt="2026-05-15T08:30:24.825" v="340" actId="478"/>
          <ac:picMkLst>
            <pc:docMk/>
            <pc:sldMk cId="0" sldId="266"/>
            <ac:picMk id="18" creationId="{743ACFC8-B947-66A1-F137-E7BB32CDABC7}"/>
          </ac:picMkLst>
        </pc:picChg>
        <pc:picChg chg="add del mod">
          <ac:chgData name="paco humbert" userId="a6eb4eecb000ffd6" providerId="LiveId" clId="{09DE1239-541D-4ED2-A976-E0181688493A}" dt="2026-05-15T08:29:38.566" v="337" actId="478"/>
          <ac:picMkLst>
            <pc:docMk/>
            <pc:sldMk cId="0" sldId="266"/>
            <ac:picMk id="20" creationId="{56F8D616-963E-ADD0-0C5C-D02B480949F6}"/>
          </ac:picMkLst>
        </pc:picChg>
        <pc:picChg chg="add del mod">
          <ac:chgData name="paco humbert" userId="a6eb4eecb000ffd6" providerId="LiveId" clId="{09DE1239-541D-4ED2-A976-E0181688493A}" dt="2026-05-15T08:30:25.521" v="341" actId="478"/>
          <ac:picMkLst>
            <pc:docMk/>
            <pc:sldMk cId="0" sldId="266"/>
            <ac:picMk id="22" creationId="{6FDBF2BD-A645-6A19-59F5-590ED7361B37}"/>
          </ac:picMkLst>
        </pc:picChg>
        <pc:picChg chg="add mod">
          <ac:chgData name="paco humbert" userId="a6eb4eecb000ffd6" providerId="LiveId" clId="{09DE1239-541D-4ED2-A976-E0181688493A}" dt="2026-05-15T08:30:53.941" v="343" actId="1076"/>
          <ac:picMkLst>
            <pc:docMk/>
            <pc:sldMk cId="0" sldId="266"/>
            <ac:picMk id="24" creationId="{685FED7C-9943-146B-1270-C00B24E9CE39}"/>
          </ac:picMkLst>
        </pc:picChg>
        <pc:picChg chg="add mod">
          <ac:chgData name="paco humbert" userId="a6eb4eecb000ffd6" providerId="LiveId" clId="{09DE1239-541D-4ED2-A976-E0181688493A}" dt="2026-05-15T08:31:14.022" v="347" actId="1076"/>
          <ac:picMkLst>
            <pc:docMk/>
            <pc:sldMk cId="0" sldId="266"/>
            <ac:picMk id="26" creationId="{914749D8-93D8-35EB-C844-856366AB3C29}"/>
          </ac:picMkLst>
        </pc:picChg>
      </pc:sldChg>
      <pc:sldChg chg="addSp delSp modSp mod">
        <pc:chgData name="paco humbert" userId="a6eb4eecb000ffd6" providerId="LiveId" clId="{09DE1239-541D-4ED2-A976-E0181688493A}" dt="2026-05-15T08:36:08.651" v="378" actId="1076"/>
        <pc:sldMkLst>
          <pc:docMk/>
          <pc:sldMk cId="0" sldId="267"/>
        </pc:sldMkLst>
        <pc:spChg chg="mod">
          <ac:chgData name="paco humbert" userId="a6eb4eecb000ffd6" providerId="LiveId" clId="{09DE1239-541D-4ED2-A976-E0181688493A}" dt="2026-05-15T08:08:25.042" v="239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8:35:53.319" v="373" actId="14100"/>
          <ac:spMkLst>
            <pc:docMk/>
            <pc:sldMk cId="0" sldId="267"/>
            <ac:spMk id="3" creationId="{00000000-0000-0000-0000-000000000000}"/>
          </ac:spMkLst>
        </pc:spChg>
        <pc:picChg chg="add del mod">
          <ac:chgData name="paco humbert" userId="a6eb4eecb000ffd6" providerId="LiveId" clId="{09DE1239-541D-4ED2-A976-E0181688493A}" dt="2026-05-15T08:31:59.667" v="348" actId="478"/>
          <ac:picMkLst>
            <pc:docMk/>
            <pc:sldMk cId="0" sldId="267"/>
            <ac:picMk id="6" creationId="{2FC2AD9D-BCB9-96D8-A9D6-E80FCE6528EF}"/>
          </ac:picMkLst>
        </pc:picChg>
        <pc:picChg chg="add mod">
          <ac:chgData name="paco humbert" userId="a6eb4eecb000ffd6" providerId="LiveId" clId="{09DE1239-541D-4ED2-A976-E0181688493A}" dt="2026-05-15T08:08:26.625" v="240"/>
          <ac:picMkLst>
            <pc:docMk/>
            <pc:sldMk cId="0" sldId="267"/>
            <ac:picMk id="7" creationId="{2C8E2374-81DA-B909-8F48-8AB010AF83B3}"/>
          </ac:picMkLst>
        </pc:picChg>
        <pc:picChg chg="add mod">
          <ac:chgData name="paco humbert" userId="a6eb4eecb000ffd6" providerId="LiveId" clId="{09DE1239-541D-4ED2-A976-E0181688493A}" dt="2026-05-15T08:35:56.120" v="374" actId="1076"/>
          <ac:picMkLst>
            <pc:docMk/>
            <pc:sldMk cId="0" sldId="267"/>
            <ac:picMk id="8" creationId="{23BACDC6-1582-2A9E-27D7-179E6CF3EADF}"/>
          </ac:picMkLst>
        </pc:picChg>
        <pc:picChg chg="add mod">
          <ac:chgData name="paco humbert" userId="a6eb4eecb000ffd6" providerId="LiveId" clId="{09DE1239-541D-4ED2-A976-E0181688493A}" dt="2026-05-15T08:36:02.558" v="376" actId="1076"/>
          <ac:picMkLst>
            <pc:docMk/>
            <pc:sldMk cId="0" sldId="267"/>
            <ac:picMk id="10" creationId="{66B4893E-9189-D258-F413-C994C8E641EB}"/>
          </ac:picMkLst>
        </pc:picChg>
        <pc:picChg chg="add mod">
          <ac:chgData name="paco humbert" userId="a6eb4eecb000ffd6" providerId="LiveId" clId="{09DE1239-541D-4ED2-A976-E0181688493A}" dt="2026-05-15T08:35:58.145" v="375" actId="1076"/>
          <ac:picMkLst>
            <pc:docMk/>
            <pc:sldMk cId="0" sldId="267"/>
            <ac:picMk id="12" creationId="{AE526168-1115-D4B1-AF44-45723129A061}"/>
          </ac:picMkLst>
        </pc:picChg>
        <pc:picChg chg="add mod">
          <ac:chgData name="paco humbert" userId="a6eb4eecb000ffd6" providerId="LiveId" clId="{09DE1239-541D-4ED2-A976-E0181688493A}" dt="2026-05-15T08:36:04.274" v="377" actId="1076"/>
          <ac:picMkLst>
            <pc:docMk/>
            <pc:sldMk cId="0" sldId="267"/>
            <ac:picMk id="14" creationId="{77F668F9-C0E9-9FFE-4921-3407BB8DBDB1}"/>
          </ac:picMkLst>
        </pc:picChg>
        <pc:picChg chg="add mod">
          <ac:chgData name="paco humbert" userId="a6eb4eecb000ffd6" providerId="LiveId" clId="{09DE1239-541D-4ED2-A976-E0181688493A}" dt="2026-05-15T08:34:44.389" v="368" actId="14100"/>
          <ac:picMkLst>
            <pc:docMk/>
            <pc:sldMk cId="0" sldId="267"/>
            <ac:picMk id="16" creationId="{88EC65FC-8869-C269-1AED-F1B88425B073}"/>
          </ac:picMkLst>
        </pc:picChg>
        <pc:picChg chg="add mod">
          <ac:chgData name="paco humbert" userId="a6eb4eecb000ffd6" providerId="LiveId" clId="{09DE1239-541D-4ED2-A976-E0181688493A}" dt="2026-05-15T08:36:08.651" v="378" actId="1076"/>
          <ac:picMkLst>
            <pc:docMk/>
            <pc:sldMk cId="0" sldId="267"/>
            <ac:picMk id="18" creationId="{CBEEBBD2-B53C-48C6-C155-7A07F6C27489}"/>
          </ac:picMkLst>
        </pc:picChg>
      </pc:sldChg>
      <pc:sldChg chg="addSp modSp mod">
        <pc:chgData name="paco humbert" userId="a6eb4eecb000ffd6" providerId="LiveId" clId="{09DE1239-541D-4ED2-A976-E0181688493A}" dt="2026-05-15T08:08:32.382" v="242" actId="207"/>
        <pc:sldMkLst>
          <pc:docMk/>
          <pc:sldMk cId="0" sldId="268"/>
        </pc:sldMkLst>
        <pc:spChg chg="mod">
          <ac:chgData name="paco humbert" userId="a6eb4eecb000ffd6" providerId="LiveId" clId="{09DE1239-541D-4ED2-A976-E0181688493A}" dt="2026-05-15T08:08:32.382" v="242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7:53:27.620" v="124" actId="14100"/>
          <ac:spMkLst>
            <pc:docMk/>
            <pc:sldMk cId="0" sldId="268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7:54:17.079" v="126" actId="1076"/>
          <ac:picMkLst>
            <pc:docMk/>
            <pc:sldMk cId="0" sldId="268"/>
            <ac:picMk id="6" creationId="{C7836531-5651-3C1F-6570-7E0E638333E0}"/>
          </ac:picMkLst>
        </pc:picChg>
        <pc:picChg chg="add mod">
          <ac:chgData name="paco humbert" userId="a6eb4eecb000ffd6" providerId="LiveId" clId="{09DE1239-541D-4ED2-A976-E0181688493A}" dt="2026-05-15T08:08:30.069" v="241"/>
          <ac:picMkLst>
            <pc:docMk/>
            <pc:sldMk cId="0" sldId="268"/>
            <ac:picMk id="7" creationId="{C76D0E67-44C2-1C6C-F99E-BF78490F089A}"/>
          </ac:picMkLst>
        </pc:picChg>
      </pc:sldChg>
      <pc:sldChg chg="addSp delSp modSp mod">
        <pc:chgData name="paco humbert" userId="a6eb4eecb000ffd6" providerId="LiveId" clId="{09DE1239-541D-4ED2-A976-E0181688493A}" dt="2026-05-15T08:41:16.076" v="406" actId="1076"/>
        <pc:sldMkLst>
          <pc:docMk/>
          <pc:sldMk cId="0" sldId="269"/>
        </pc:sldMkLst>
        <pc:spChg chg="mod">
          <ac:chgData name="paco humbert" userId="a6eb4eecb000ffd6" providerId="LiveId" clId="{09DE1239-541D-4ED2-A976-E0181688493A}" dt="2026-05-15T08:08:35.410" v="243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8:40:11.819" v="394" actId="1076"/>
          <ac:spMkLst>
            <pc:docMk/>
            <pc:sldMk cId="0" sldId="269"/>
            <ac:spMk id="3" creationId="{00000000-0000-0000-0000-000000000000}"/>
          </ac:spMkLst>
        </pc:spChg>
        <pc:picChg chg="add del mod">
          <ac:chgData name="paco humbert" userId="a6eb4eecb000ffd6" providerId="LiveId" clId="{09DE1239-541D-4ED2-A976-E0181688493A}" dt="2026-05-15T08:37:41.171" v="380" actId="478"/>
          <ac:picMkLst>
            <pc:docMk/>
            <pc:sldMk cId="0" sldId="269"/>
            <ac:picMk id="6" creationId="{3382175A-AEFC-AED9-914D-EFE331A2E85D}"/>
          </ac:picMkLst>
        </pc:picChg>
        <pc:picChg chg="add mod">
          <ac:chgData name="paco humbert" userId="a6eb4eecb000ffd6" providerId="LiveId" clId="{09DE1239-541D-4ED2-A976-E0181688493A}" dt="2026-05-15T08:08:36.371" v="244"/>
          <ac:picMkLst>
            <pc:docMk/>
            <pc:sldMk cId="0" sldId="269"/>
            <ac:picMk id="7" creationId="{47B75172-6366-E0B8-0ED9-764BB57C8074}"/>
          </ac:picMkLst>
        </pc:picChg>
        <pc:picChg chg="add mod">
          <ac:chgData name="paco humbert" userId="a6eb4eecb000ffd6" providerId="LiveId" clId="{09DE1239-541D-4ED2-A976-E0181688493A}" dt="2026-05-15T08:40:13.330" v="395" actId="1076"/>
          <ac:picMkLst>
            <pc:docMk/>
            <pc:sldMk cId="0" sldId="269"/>
            <ac:picMk id="8" creationId="{C88AA1AF-5E24-C320-C3DF-32A13D10C21B}"/>
          </ac:picMkLst>
        </pc:picChg>
        <pc:picChg chg="add mod">
          <ac:chgData name="paco humbert" userId="a6eb4eecb000ffd6" providerId="LiveId" clId="{09DE1239-541D-4ED2-A976-E0181688493A}" dt="2026-05-15T08:41:16.076" v="406" actId="1076"/>
          <ac:picMkLst>
            <pc:docMk/>
            <pc:sldMk cId="0" sldId="269"/>
            <ac:picMk id="10" creationId="{7CECD841-764A-D44E-A2E6-713982E3F8AE}"/>
          </ac:picMkLst>
        </pc:picChg>
        <pc:picChg chg="add mod">
          <ac:chgData name="paco humbert" userId="a6eb4eecb000ffd6" providerId="LiveId" clId="{09DE1239-541D-4ED2-A976-E0181688493A}" dt="2026-05-15T08:40:17.021" v="397" actId="1076"/>
          <ac:picMkLst>
            <pc:docMk/>
            <pc:sldMk cId="0" sldId="269"/>
            <ac:picMk id="12" creationId="{5EF0FFD8-95B7-556F-C98D-B8DFA21BA91C}"/>
          </ac:picMkLst>
        </pc:picChg>
        <pc:picChg chg="add mod">
          <ac:chgData name="paco humbert" userId="a6eb4eecb000ffd6" providerId="LiveId" clId="{09DE1239-541D-4ED2-A976-E0181688493A}" dt="2026-05-15T08:41:04.580" v="404" actId="1076"/>
          <ac:picMkLst>
            <pc:docMk/>
            <pc:sldMk cId="0" sldId="269"/>
            <ac:picMk id="14" creationId="{BDEF893B-09FB-8C7F-07EA-C1384DC28130}"/>
          </ac:picMkLst>
        </pc:picChg>
        <pc:picChg chg="add mod">
          <ac:chgData name="paco humbert" userId="a6eb4eecb000ffd6" providerId="LiveId" clId="{09DE1239-541D-4ED2-A976-E0181688493A}" dt="2026-05-15T08:40:19.828" v="399" actId="1076"/>
          <ac:picMkLst>
            <pc:docMk/>
            <pc:sldMk cId="0" sldId="269"/>
            <ac:picMk id="16" creationId="{2ECA28FB-8781-6306-8213-045FC85907A2}"/>
          </ac:picMkLst>
        </pc:picChg>
        <pc:picChg chg="add mod">
          <ac:chgData name="paco humbert" userId="a6eb4eecb000ffd6" providerId="LiveId" clId="{09DE1239-541D-4ED2-A976-E0181688493A}" dt="2026-05-15T08:40:58.161" v="403" actId="1076"/>
          <ac:picMkLst>
            <pc:docMk/>
            <pc:sldMk cId="0" sldId="269"/>
            <ac:picMk id="18" creationId="{EAEEC6B2-BE84-7846-1B7C-760985181E7D}"/>
          </ac:picMkLst>
        </pc:picChg>
      </pc:sldChg>
      <pc:sldChg chg="addSp delSp modSp mod">
        <pc:chgData name="paco humbert" userId="a6eb4eecb000ffd6" providerId="LiveId" clId="{09DE1239-541D-4ED2-A976-E0181688493A}" dt="2026-05-15T08:44:00.384" v="419" actId="1076"/>
        <pc:sldMkLst>
          <pc:docMk/>
          <pc:sldMk cId="0" sldId="270"/>
        </pc:sldMkLst>
        <pc:spChg chg="mod">
          <ac:chgData name="paco humbert" userId="a6eb4eecb000ffd6" providerId="LiveId" clId="{09DE1239-541D-4ED2-A976-E0181688493A}" dt="2026-05-15T08:08:40.878" v="245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7:56:42.906" v="138" actId="27636"/>
          <ac:spMkLst>
            <pc:docMk/>
            <pc:sldMk cId="0" sldId="270"/>
            <ac:spMk id="3" creationId="{00000000-0000-0000-0000-000000000000}"/>
          </ac:spMkLst>
        </pc:spChg>
        <pc:picChg chg="add del mod">
          <ac:chgData name="paco humbert" userId="a6eb4eecb000ffd6" providerId="LiveId" clId="{09DE1239-541D-4ED2-A976-E0181688493A}" dt="2026-05-15T08:42:14.058" v="407" actId="478"/>
          <ac:picMkLst>
            <pc:docMk/>
            <pc:sldMk cId="0" sldId="270"/>
            <ac:picMk id="6" creationId="{247996AA-E2C5-509F-C17B-C11E61E2A93A}"/>
          </ac:picMkLst>
        </pc:picChg>
        <pc:picChg chg="add mod">
          <ac:chgData name="paco humbert" userId="a6eb4eecb000ffd6" providerId="LiveId" clId="{09DE1239-541D-4ED2-A976-E0181688493A}" dt="2026-05-15T08:08:41.867" v="246"/>
          <ac:picMkLst>
            <pc:docMk/>
            <pc:sldMk cId="0" sldId="270"/>
            <ac:picMk id="7" creationId="{13D63465-8F3C-1659-7B2B-1C329FC969F0}"/>
          </ac:picMkLst>
        </pc:picChg>
        <pc:picChg chg="add mod">
          <ac:chgData name="paco humbert" userId="a6eb4eecb000ffd6" providerId="LiveId" clId="{09DE1239-541D-4ED2-A976-E0181688493A}" dt="2026-05-15T08:43:41.357" v="416" actId="1076"/>
          <ac:picMkLst>
            <pc:docMk/>
            <pc:sldMk cId="0" sldId="270"/>
            <ac:picMk id="8" creationId="{6A86BAF0-BE84-B19F-59E1-AA94B1A88452}"/>
          </ac:picMkLst>
        </pc:picChg>
        <pc:picChg chg="add mod">
          <ac:chgData name="paco humbert" userId="a6eb4eecb000ffd6" providerId="LiveId" clId="{09DE1239-541D-4ED2-A976-E0181688493A}" dt="2026-05-15T08:43:43.018" v="417" actId="1076"/>
          <ac:picMkLst>
            <pc:docMk/>
            <pc:sldMk cId="0" sldId="270"/>
            <ac:picMk id="10" creationId="{4566372B-44A7-FC4E-A6C4-62A4220591A9}"/>
          </ac:picMkLst>
        </pc:picChg>
        <pc:picChg chg="add mod">
          <ac:chgData name="paco humbert" userId="a6eb4eecb000ffd6" providerId="LiveId" clId="{09DE1239-541D-4ED2-A976-E0181688493A}" dt="2026-05-15T08:43:40.388" v="415" actId="1076"/>
          <ac:picMkLst>
            <pc:docMk/>
            <pc:sldMk cId="0" sldId="270"/>
            <ac:picMk id="12" creationId="{8F2D0863-EB57-28A7-CB42-23A97DDB23EE}"/>
          </ac:picMkLst>
        </pc:picChg>
        <pc:picChg chg="add mod">
          <ac:chgData name="paco humbert" userId="a6eb4eecb000ffd6" providerId="LiveId" clId="{09DE1239-541D-4ED2-A976-E0181688493A}" dt="2026-05-15T08:44:00.384" v="419" actId="1076"/>
          <ac:picMkLst>
            <pc:docMk/>
            <pc:sldMk cId="0" sldId="270"/>
            <ac:picMk id="14" creationId="{AC6BC52E-EA6B-6B8C-121B-3206E0FA6314}"/>
          </ac:picMkLst>
        </pc:picChg>
      </pc:sldChg>
      <pc:sldChg chg="addSp delSp modSp mod">
        <pc:chgData name="paco humbert" userId="a6eb4eecb000ffd6" providerId="LiveId" clId="{09DE1239-541D-4ED2-A976-E0181688493A}" dt="2026-05-15T08:44:16.989" v="420" actId="478"/>
        <pc:sldMkLst>
          <pc:docMk/>
          <pc:sldMk cId="0" sldId="271"/>
        </pc:sldMkLst>
        <pc:spChg chg="mod">
          <ac:chgData name="paco humbert" userId="a6eb4eecb000ffd6" providerId="LiveId" clId="{09DE1239-541D-4ED2-A976-E0181688493A}" dt="2026-05-15T08:08:46.304" v="247" actId="207"/>
          <ac:spMkLst>
            <pc:docMk/>
            <pc:sldMk cId="0" sldId="271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7:58:34.660" v="144" actId="14100"/>
          <ac:spMkLst>
            <pc:docMk/>
            <pc:sldMk cId="0" sldId="271"/>
            <ac:spMk id="3" creationId="{00000000-0000-0000-0000-000000000000}"/>
          </ac:spMkLst>
        </pc:spChg>
        <pc:spChg chg="add del">
          <ac:chgData name="paco humbert" userId="a6eb4eecb000ffd6" providerId="LiveId" clId="{09DE1239-541D-4ED2-A976-E0181688493A}" dt="2026-05-15T08:03:36.115" v="160" actId="478"/>
          <ac:spMkLst>
            <pc:docMk/>
            <pc:sldMk cId="0" sldId="271"/>
            <ac:spMk id="4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8:02:46.195" v="158" actId="1076"/>
          <ac:picMkLst>
            <pc:docMk/>
            <pc:sldMk cId="0" sldId="271"/>
            <ac:picMk id="6" creationId="{1DDACF14-5828-B090-FD71-E9C07DBD1299}"/>
          </ac:picMkLst>
        </pc:picChg>
        <pc:picChg chg="add del mod">
          <ac:chgData name="paco humbert" userId="a6eb4eecb000ffd6" providerId="LiveId" clId="{09DE1239-541D-4ED2-A976-E0181688493A}" dt="2026-05-15T08:44:16.989" v="420" actId="478"/>
          <ac:picMkLst>
            <pc:docMk/>
            <pc:sldMk cId="0" sldId="271"/>
            <ac:picMk id="8" creationId="{4279C753-330F-5625-531D-E038BFB8A4B4}"/>
          </ac:picMkLst>
        </pc:picChg>
        <pc:picChg chg="add mod">
          <ac:chgData name="paco humbert" userId="a6eb4eecb000ffd6" providerId="LiveId" clId="{09DE1239-541D-4ED2-A976-E0181688493A}" dt="2026-05-15T08:08:48.086" v="248"/>
          <ac:picMkLst>
            <pc:docMk/>
            <pc:sldMk cId="0" sldId="271"/>
            <ac:picMk id="9" creationId="{2EDF2112-980A-BEC0-150E-7659F8451FF5}"/>
          </ac:picMkLst>
        </pc:picChg>
      </pc:sldChg>
      <pc:sldChg chg="addSp modSp mod">
        <pc:chgData name="paco humbert" userId="a6eb4eecb000ffd6" providerId="LiveId" clId="{09DE1239-541D-4ED2-A976-E0181688493A}" dt="2026-05-15T08:10:29.105" v="275" actId="20577"/>
        <pc:sldMkLst>
          <pc:docMk/>
          <pc:sldMk cId="0" sldId="272"/>
        </pc:sldMkLst>
        <pc:spChg chg="mod">
          <ac:chgData name="paco humbert" userId="a6eb4eecb000ffd6" providerId="LiveId" clId="{09DE1239-541D-4ED2-A976-E0181688493A}" dt="2026-05-15T08:10:29.105" v="275" actId="20577"/>
          <ac:spMkLst>
            <pc:docMk/>
            <pc:sldMk cId="0" sldId="272"/>
            <ac:spMk id="2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8:08:52.963" v="250"/>
          <ac:picMkLst>
            <pc:docMk/>
            <pc:sldMk cId="0" sldId="272"/>
            <ac:picMk id="5" creationId="{AD0FB248-2AF3-3D56-302D-EF6C70E2B765}"/>
          </ac:picMkLst>
        </pc:picChg>
      </pc:sldChg>
      <pc:sldChg chg="addSp modSp mod">
        <pc:chgData name="paco humbert" userId="a6eb4eecb000ffd6" providerId="LiveId" clId="{09DE1239-541D-4ED2-A976-E0181688493A}" dt="2026-05-15T08:08:57.038" v="252"/>
        <pc:sldMkLst>
          <pc:docMk/>
          <pc:sldMk cId="0" sldId="273"/>
        </pc:sldMkLst>
        <pc:spChg chg="mod">
          <ac:chgData name="paco humbert" userId="a6eb4eecb000ffd6" providerId="LiveId" clId="{09DE1239-541D-4ED2-A976-E0181688493A}" dt="2026-05-15T08:08:56.266" v="251" actId="207"/>
          <ac:spMkLst>
            <pc:docMk/>
            <pc:sldMk cId="0" sldId="273"/>
            <ac:spMk id="2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8:08:57.038" v="252"/>
          <ac:picMkLst>
            <pc:docMk/>
            <pc:sldMk cId="0" sldId="273"/>
            <ac:picMk id="5" creationId="{53BDD591-1444-1B61-8BAB-42AA6F6ED353}"/>
          </ac:picMkLst>
        </pc:picChg>
      </pc:sldChg>
      <pc:sldChg chg="addSp modSp mod">
        <pc:chgData name="paco humbert" userId="a6eb4eecb000ffd6" providerId="LiveId" clId="{09DE1239-541D-4ED2-A976-E0181688493A}" dt="2026-05-15T08:09:00.705" v="254"/>
        <pc:sldMkLst>
          <pc:docMk/>
          <pc:sldMk cId="0" sldId="274"/>
        </pc:sldMkLst>
        <pc:spChg chg="mod">
          <ac:chgData name="paco humbert" userId="a6eb4eecb000ffd6" providerId="LiveId" clId="{09DE1239-541D-4ED2-A976-E0181688493A}" dt="2026-05-15T08:08:59.708" v="253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8:02:19.450" v="154" actId="20577"/>
          <ac:spMkLst>
            <pc:docMk/>
            <pc:sldMk cId="0" sldId="274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8:09:00.705" v="254"/>
          <ac:picMkLst>
            <pc:docMk/>
            <pc:sldMk cId="0" sldId="274"/>
            <ac:picMk id="5" creationId="{E737D59D-CF08-7F43-C4C6-A0D8BAD5E1DC}"/>
          </ac:picMkLst>
        </pc:picChg>
      </pc:sldChg>
      <pc:sldChg chg="addSp modSp mod">
        <pc:chgData name="paco humbert" userId="a6eb4eecb000ffd6" providerId="LiveId" clId="{09DE1239-541D-4ED2-A976-E0181688493A}" dt="2026-05-15T08:09:20.211" v="260"/>
        <pc:sldMkLst>
          <pc:docMk/>
          <pc:sldMk cId="0" sldId="275"/>
        </pc:sldMkLst>
        <pc:spChg chg="mod">
          <ac:chgData name="paco humbert" userId="a6eb4eecb000ffd6" providerId="LiveId" clId="{09DE1239-541D-4ED2-A976-E0181688493A}" dt="2026-05-15T08:09:13.968" v="258" actId="207"/>
          <ac:spMkLst>
            <pc:docMk/>
            <pc:sldMk cId="0" sldId="275"/>
            <ac:spMk id="2" creationId="{00000000-0000-0000-0000-000000000000}"/>
          </ac:spMkLst>
        </pc:spChg>
        <pc:spChg chg="mod">
          <ac:chgData name="paco humbert" userId="a6eb4eecb000ffd6" providerId="LiveId" clId="{09DE1239-541D-4ED2-A976-E0181688493A}" dt="2026-05-15T08:09:18.034" v="259" actId="255"/>
          <ac:spMkLst>
            <pc:docMk/>
            <pc:sldMk cId="0" sldId="275"/>
            <ac:spMk id="3" creationId="{00000000-0000-0000-0000-000000000000}"/>
          </ac:spMkLst>
        </pc:spChg>
        <pc:picChg chg="add mod">
          <ac:chgData name="paco humbert" userId="a6eb4eecb000ffd6" providerId="LiveId" clId="{09DE1239-541D-4ED2-A976-E0181688493A}" dt="2026-05-15T08:09:20.211" v="260"/>
          <ac:picMkLst>
            <pc:docMk/>
            <pc:sldMk cId="0" sldId="275"/>
            <ac:picMk id="5" creationId="{34F772C7-3C75-F58E-44D2-2DB1F3592682}"/>
          </ac:picMkLst>
        </pc:picChg>
      </pc:sldChg>
      <pc:sldChg chg="addSp delSp modSp add del mod">
        <pc:chgData name="paco humbert" userId="a6eb4eecb000ffd6" providerId="LiveId" clId="{09DE1239-541D-4ED2-A976-E0181688493A}" dt="2026-05-15T08:54:24.910" v="423" actId="47"/>
        <pc:sldMkLst>
          <pc:docMk/>
          <pc:sldMk cId="4209653158" sldId="276"/>
        </pc:sldMkLst>
        <pc:spChg chg="del mod">
          <ac:chgData name="paco humbert" userId="a6eb4eecb000ffd6" providerId="LiveId" clId="{09DE1239-541D-4ED2-A976-E0181688493A}" dt="2026-05-15T08:10:48.829" v="282" actId="478"/>
          <ac:spMkLst>
            <pc:docMk/>
            <pc:sldMk cId="4209653158" sldId="276"/>
            <ac:spMk id="2" creationId="{1BCEB7AE-EA2D-C45D-0481-E1B6F928313C}"/>
          </ac:spMkLst>
        </pc:spChg>
        <pc:spChg chg="del mod">
          <ac:chgData name="paco humbert" userId="a6eb4eecb000ffd6" providerId="LiveId" clId="{09DE1239-541D-4ED2-A976-E0181688493A}" dt="2026-05-15T08:10:50.759" v="283" actId="478"/>
          <ac:spMkLst>
            <pc:docMk/>
            <pc:sldMk cId="4209653158" sldId="276"/>
            <ac:spMk id="3" creationId="{DD49321C-CF8F-0482-7657-EB4887C091BE}"/>
          </ac:spMkLst>
        </pc:spChg>
        <pc:picChg chg="del">
          <ac:chgData name="paco humbert" userId="a6eb4eecb000ffd6" providerId="LiveId" clId="{09DE1239-541D-4ED2-A976-E0181688493A}" dt="2026-05-15T08:10:40.675" v="277" actId="478"/>
          <ac:picMkLst>
            <pc:docMk/>
            <pc:sldMk cId="4209653158" sldId="276"/>
            <ac:picMk id="6" creationId="{505AD110-4015-857A-BC81-04590C067A13}"/>
          </ac:picMkLst>
        </pc:picChg>
        <pc:picChg chg="add mod">
          <ac:chgData name="paco humbert" userId="a6eb4eecb000ffd6" providerId="LiveId" clId="{09DE1239-541D-4ED2-A976-E0181688493A}" dt="2026-05-15T08:11:20.892" v="287" actId="14100"/>
          <ac:picMkLst>
            <pc:docMk/>
            <pc:sldMk cId="4209653158" sldId="276"/>
            <ac:picMk id="7" creationId="{7DA8DF34-853F-9F0D-211B-63405B182B8C}"/>
          </ac:picMkLst>
        </pc:picChg>
        <pc:picChg chg="del">
          <ac:chgData name="paco humbert" userId="a6eb4eecb000ffd6" providerId="LiveId" clId="{09DE1239-541D-4ED2-A976-E0181688493A}" dt="2026-05-15T08:10:42.525" v="278" actId="478"/>
          <ac:picMkLst>
            <pc:docMk/>
            <pc:sldMk cId="4209653158" sldId="276"/>
            <ac:picMk id="8" creationId="{4608565C-FD92-13F9-78AC-3F08DE7D75A7}"/>
          </ac:picMkLst>
        </pc:picChg>
        <pc:picChg chg="add mod">
          <ac:chgData name="paco humbert" userId="a6eb4eecb000ffd6" providerId="LiveId" clId="{09DE1239-541D-4ED2-A976-E0181688493A}" dt="2026-05-15T08:13:51.045" v="303" actId="14100"/>
          <ac:picMkLst>
            <pc:docMk/>
            <pc:sldMk cId="4209653158" sldId="276"/>
            <ac:picMk id="11" creationId="{B049D73D-0700-A8E3-A75A-6D8B7EDDF7DA}"/>
          </ac:picMkLst>
        </pc:picChg>
        <pc:picChg chg="add del mod">
          <ac:chgData name="paco humbert" userId="a6eb4eecb000ffd6" providerId="LiveId" clId="{09DE1239-541D-4ED2-A976-E0181688493A}" dt="2026-05-15T08:13:24.542" v="296" actId="478"/>
          <ac:picMkLst>
            <pc:docMk/>
            <pc:sldMk cId="4209653158" sldId="276"/>
            <ac:picMk id="13" creationId="{34F0F13F-FC51-E8F8-9761-503C5580CBE0}"/>
          </ac:picMkLst>
        </pc:picChg>
        <pc:picChg chg="add mod">
          <ac:chgData name="paco humbert" userId="a6eb4eecb000ffd6" providerId="LiveId" clId="{09DE1239-541D-4ED2-A976-E0181688493A}" dt="2026-05-15T08:13:31.041" v="299" actId="14100"/>
          <ac:picMkLst>
            <pc:docMk/>
            <pc:sldMk cId="4209653158" sldId="276"/>
            <ac:picMk id="15" creationId="{530AC566-8237-CE6D-FD46-0F0DB727661B}"/>
          </ac:picMkLst>
        </pc:picChg>
        <pc:picChg chg="add mod">
          <ac:chgData name="paco humbert" userId="a6eb4eecb000ffd6" providerId="LiveId" clId="{09DE1239-541D-4ED2-A976-E0181688493A}" dt="2026-05-15T08:13:48.389" v="302" actId="14100"/>
          <ac:picMkLst>
            <pc:docMk/>
            <pc:sldMk cId="4209653158" sldId="276"/>
            <ac:picMk id="17" creationId="{0BC73D01-3169-3C30-F3AE-1E7C65C6F188}"/>
          </ac:picMkLst>
        </pc:picChg>
        <pc:picChg chg="add mod">
          <ac:chgData name="paco humbert" userId="a6eb4eecb000ffd6" providerId="LiveId" clId="{09DE1239-541D-4ED2-A976-E0181688493A}" dt="2026-05-15T08:16:03.205" v="306" actId="14100"/>
          <ac:picMkLst>
            <pc:docMk/>
            <pc:sldMk cId="4209653158" sldId="276"/>
            <ac:picMk id="19" creationId="{9D3D13D6-1460-3026-D08A-726C14B908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E6529-6C10-450D-933C-B5827439C1D5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12E71-0B03-40F9-B706-4A1BD0DD0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18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12E71-0B03-40F9-B706-4A1BD0DD031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35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64635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>
                <a:solidFill>
                  <a:schemeClr val="tx2"/>
                </a:solidFill>
              </a:rPr>
              <a:t>Analyse</a:t>
            </a:r>
            <a:r>
              <a:rPr dirty="0">
                <a:solidFill>
                  <a:schemeClr val="tx2"/>
                </a:solidFill>
              </a:rPr>
              <a:t> des retours clients et </a:t>
            </a:r>
            <a:r>
              <a:rPr dirty="0" err="1">
                <a:solidFill>
                  <a:schemeClr val="tx2"/>
                </a:solidFill>
              </a:rPr>
              <a:t>amélioration</a:t>
            </a:r>
            <a:r>
              <a:rPr dirty="0">
                <a:solidFill>
                  <a:schemeClr val="tx2"/>
                </a:solidFill>
              </a:rPr>
              <a:t> de </a:t>
            </a:r>
            <a:r>
              <a:rPr dirty="0" err="1">
                <a:solidFill>
                  <a:schemeClr val="tx2"/>
                </a:solidFill>
              </a:rPr>
              <a:t>l’expérience</a:t>
            </a:r>
            <a:r>
              <a:rPr dirty="0">
                <a:solidFill>
                  <a:schemeClr val="tx2"/>
                </a:solidFill>
              </a:rPr>
              <a:t>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9968"/>
            <a:ext cx="8046720" cy="4096195"/>
          </a:xfrm>
        </p:spPr>
        <p:txBody>
          <a:bodyPr>
            <a:normAutofit/>
          </a:bodyPr>
          <a:lstStyle/>
          <a:p>
            <a:r>
              <a:rPr lang="fr-FR" sz="2800" dirty="0"/>
              <a:t>Contexte du projet : </a:t>
            </a:r>
          </a:p>
          <a:p>
            <a:r>
              <a:rPr lang="fr-FR" sz="2800" dirty="0" err="1"/>
              <a:t>BestMarket</a:t>
            </a:r>
            <a:r>
              <a:rPr lang="fr-FR" sz="2800" dirty="0"/>
              <a:t> souhaite mieux comprendre les attentes et la satisfaction des clients.</a:t>
            </a:r>
          </a:p>
          <a:p>
            <a:r>
              <a:rPr lang="fr-FR" sz="2800" dirty="0"/>
              <a:t>Les données proviennent de plusieurs canaux : réseaux sociaux, téléphone, emailing, application mobile.</a:t>
            </a:r>
          </a:p>
          <a:p>
            <a:r>
              <a:rPr lang="fr-FR" sz="2800" dirty="0"/>
              <a:t>Les fichiers CSV doivent être intégrés dans une base de données relationnelle.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F07503A-C9CA-1FC4-FA20-9797E573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solidFill>
                  <a:schemeClr val="tx2"/>
                </a:solidFill>
              </a:rPr>
              <a:t>Objectifs</a:t>
            </a:r>
            <a:r>
              <a:rPr sz="4000" dirty="0">
                <a:solidFill>
                  <a:schemeClr val="tx2"/>
                </a:solidFill>
              </a:rPr>
              <a:t> du </a:t>
            </a:r>
            <a:r>
              <a:rPr sz="4000" dirty="0" err="1">
                <a:solidFill>
                  <a:schemeClr val="tx2"/>
                </a:solidFill>
              </a:rPr>
              <a:t>projet</a:t>
            </a:r>
            <a:endParaRPr sz="40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1096"/>
            <a:ext cx="8229600" cy="4525963"/>
          </a:xfrm>
        </p:spPr>
        <p:txBody>
          <a:bodyPr>
            <a:normAutofit/>
          </a:bodyPr>
          <a:lstStyle/>
          <a:p>
            <a:r>
              <a:rPr sz="2800" dirty="0" err="1"/>
              <a:t>Centraliser</a:t>
            </a:r>
            <a:r>
              <a:rPr sz="2800" dirty="0"/>
              <a:t> les retours clients</a:t>
            </a:r>
          </a:p>
          <a:p>
            <a:r>
              <a:rPr sz="2800" dirty="0"/>
              <a:t>Structurer les données dans </a:t>
            </a:r>
            <a:r>
              <a:rPr sz="2800" dirty="0" err="1"/>
              <a:t>une</a:t>
            </a:r>
            <a:r>
              <a:rPr sz="2800" dirty="0"/>
              <a:t> base </a:t>
            </a:r>
            <a:r>
              <a:rPr sz="2800" dirty="0" err="1"/>
              <a:t>relationnelle</a:t>
            </a:r>
            <a:endParaRPr sz="2800" dirty="0"/>
          </a:p>
          <a:p>
            <a:r>
              <a:rPr sz="2800" dirty="0"/>
              <a:t>Garantir la </a:t>
            </a:r>
            <a:r>
              <a:rPr sz="2800" dirty="0" err="1"/>
              <a:t>qualité</a:t>
            </a:r>
            <a:r>
              <a:rPr sz="2800" dirty="0"/>
              <a:t> et la </a:t>
            </a:r>
            <a:r>
              <a:rPr sz="2800" dirty="0" err="1"/>
              <a:t>cohérence</a:t>
            </a:r>
            <a:r>
              <a:rPr sz="2800" dirty="0"/>
              <a:t> des données</a:t>
            </a:r>
          </a:p>
          <a:p>
            <a:r>
              <a:rPr sz="2800" dirty="0" err="1"/>
              <a:t>Mesurer</a:t>
            </a:r>
            <a:r>
              <a:rPr sz="2800" dirty="0"/>
              <a:t> la satisfaction client grâce au NPS</a:t>
            </a:r>
          </a:p>
          <a:p>
            <a:r>
              <a:rPr sz="2800" dirty="0"/>
              <a:t>Identifier des axes </a:t>
            </a:r>
            <a:r>
              <a:rPr sz="2800" dirty="0" err="1"/>
              <a:t>d’amélioration</a:t>
            </a:r>
            <a:r>
              <a:rPr sz="2800" dirty="0"/>
              <a:t> de </a:t>
            </a:r>
            <a:r>
              <a:rPr sz="2800" dirty="0" err="1"/>
              <a:t>l’expérience</a:t>
            </a:r>
            <a:r>
              <a:rPr sz="2800" dirty="0"/>
              <a:t>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AECE3B-FE44-EF8E-90AE-B5655616B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</a:rPr>
              <a:t>Exigences métier et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8841"/>
            <a:ext cx="8229600" cy="2816352"/>
          </a:xfrm>
        </p:spPr>
        <p:txBody>
          <a:bodyPr>
            <a:normAutofit/>
          </a:bodyPr>
          <a:lstStyle/>
          <a:p>
            <a:r>
              <a:rPr sz="2800" dirty="0"/>
              <a:t>Identifier les causes </a:t>
            </a:r>
            <a:r>
              <a:rPr sz="2800" dirty="0" err="1"/>
              <a:t>d’insatisfaction</a:t>
            </a:r>
            <a:endParaRPr sz="2800" dirty="0"/>
          </a:p>
          <a:p>
            <a:r>
              <a:rPr sz="2800" dirty="0"/>
              <a:t>Comparer les performances des </a:t>
            </a:r>
            <a:r>
              <a:rPr sz="2800" dirty="0" err="1"/>
              <a:t>magasins</a:t>
            </a:r>
            <a:endParaRPr sz="2800" dirty="0"/>
          </a:p>
          <a:p>
            <a:r>
              <a:rPr sz="2800" dirty="0" err="1"/>
              <a:t>Contrôler</a:t>
            </a:r>
            <a:r>
              <a:rPr sz="2800" dirty="0"/>
              <a:t> la </a:t>
            </a:r>
            <a:r>
              <a:rPr sz="2800" dirty="0" err="1"/>
              <a:t>qualité</a:t>
            </a:r>
            <a:r>
              <a:rPr sz="2800" dirty="0"/>
              <a:t> des données</a:t>
            </a:r>
          </a:p>
          <a:p>
            <a:r>
              <a:rPr sz="2800" dirty="0"/>
              <a:t>Assurer </a:t>
            </a:r>
            <a:r>
              <a:rPr sz="2800" dirty="0" err="1"/>
              <a:t>l’intégrité</a:t>
            </a:r>
            <a:r>
              <a:rPr sz="2800" dirty="0"/>
              <a:t> </a:t>
            </a:r>
            <a:r>
              <a:rPr sz="2800" dirty="0" err="1"/>
              <a:t>référentielle</a:t>
            </a:r>
            <a:endParaRPr sz="2800" dirty="0"/>
          </a:p>
          <a:p>
            <a:r>
              <a:rPr sz="2800" dirty="0" err="1"/>
              <a:t>Produire</a:t>
            </a:r>
            <a:r>
              <a:rPr sz="2800" dirty="0"/>
              <a:t> des </a:t>
            </a:r>
            <a:r>
              <a:rPr sz="2800" dirty="0" err="1"/>
              <a:t>indicateurs</a:t>
            </a:r>
            <a:r>
              <a:rPr sz="2800" dirty="0"/>
              <a:t> </a:t>
            </a:r>
            <a:r>
              <a:rPr sz="2800" dirty="0" err="1"/>
              <a:t>d’aide</a:t>
            </a:r>
            <a:r>
              <a:rPr sz="2800" dirty="0"/>
              <a:t> à la </a:t>
            </a:r>
            <a:r>
              <a:rPr sz="2800" dirty="0" err="1"/>
              <a:t>décision</a:t>
            </a:r>
            <a:endParaRPr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2AB575-97D6-C680-FD5D-E563857C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</a:rPr>
              <a:t>Bonnes pratiques mises </a:t>
            </a:r>
            <a:r>
              <a:rPr sz="4000" dirty="0" err="1">
                <a:solidFill>
                  <a:schemeClr val="tx2"/>
                </a:solidFill>
              </a:rPr>
              <a:t>en</a:t>
            </a:r>
            <a:r>
              <a:rPr sz="4000" dirty="0">
                <a:solidFill>
                  <a:schemeClr val="tx2"/>
                </a:solidFill>
              </a:rPr>
              <a:t>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/>
          </a:bodyPr>
          <a:lstStyle/>
          <a:p>
            <a:r>
              <a:rPr sz="2800" dirty="0" err="1"/>
              <a:t>Sauvegardes</a:t>
            </a:r>
            <a:r>
              <a:rPr sz="2800" dirty="0"/>
              <a:t> </a:t>
            </a:r>
            <a:r>
              <a:rPr sz="2800" dirty="0" err="1"/>
              <a:t>régulières</a:t>
            </a:r>
            <a:r>
              <a:rPr sz="2800" dirty="0"/>
              <a:t> de la base</a:t>
            </a:r>
          </a:p>
          <a:p>
            <a:r>
              <a:rPr sz="2800" dirty="0"/>
              <a:t>Gestion des </a:t>
            </a:r>
            <a:r>
              <a:rPr sz="2800" dirty="0" err="1"/>
              <a:t>accès</a:t>
            </a:r>
            <a:r>
              <a:rPr sz="2800" dirty="0"/>
              <a:t> </a:t>
            </a:r>
            <a:r>
              <a:rPr sz="2800" dirty="0" err="1"/>
              <a:t>utilisateurs</a:t>
            </a:r>
            <a:endParaRPr sz="2800" dirty="0"/>
          </a:p>
          <a:p>
            <a:r>
              <a:rPr sz="2800" dirty="0" err="1"/>
              <a:t>Contrôle</a:t>
            </a:r>
            <a:r>
              <a:rPr sz="2800" dirty="0"/>
              <a:t> des </a:t>
            </a:r>
            <a:r>
              <a:rPr sz="2800" dirty="0" err="1"/>
              <a:t>doublons</a:t>
            </a:r>
            <a:r>
              <a:rPr sz="2800" dirty="0"/>
              <a:t> et des </a:t>
            </a:r>
            <a:r>
              <a:rPr sz="2800" dirty="0" err="1"/>
              <a:t>valeurs</a:t>
            </a:r>
            <a:r>
              <a:rPr sz="2800" dirty="0"/>
              <a:t> NULL</a:t>
            </a:r>
          </a:p>
          <a:p>
            <a:r>
              <a:rPr sz="2800" dirty="0" err="1"/>
              <a:t>Utilisation</a:t>
            </a:r>
            <a:r>
              <a:rPr sz="2800" dirty="0"/>
              <a:t> des </a:t>
            </a:r>
            <a:r>
              <a:rPr sz="2800" dirty="0" err="1"/>
              <a:t>clés</a:t>
            </a:r>
            <a:r>
              <a:rPr sz="2800" dirty="0"/>
              <a:t> </a:t>
            </a:r>
            <a:r>
              <a:rPr sz="2800" dirty="0" err="1"/>
              <a:t>primaires</a:t>
            </a:r>
            <a:r>
              <a:rPr sz="2800" dirty="0"/>
              <a:t> et </a:t>
            </a:r>
            <a:r>
              <a:rPr sz="2800" dirty="0" err="1"/>
              <a:t>étrangères</a:t>
            </a:r>
            <a:endParaRPr sz="2800" dirty="0"/>
          </a:p>
          <a:p>
            <a:r>
              <a:rPr sz="2800" dirty="0"/>
              <a:t>Respect de </a:t>
            </a:r>
            <a:r>
              <a:rPr sz="2800" dirty="0" err="1"/>
              <a:t>l’intégrité</a:t>
            </a:r>
            <a:r>
              <a:rPr sz="2800" dirty="0"/>
              <a:t> </a:t>
            </a:r>
            <a:r>
              <a:rPr sz="2800" dirty="0" err="1"/>
              <a:t>référentielle</a:t>
            </a:r>
            <a:endParaRPr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5C16CD-0366-73CE-4D1D-4BDE400D5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solidFill>
                  <a:schemeClr val="tx2"/>
                </a:solidFill>
              </a:rPr>
              <a:t>Présentation</a:t>
            </a:r>
            <a:r>
              <a:rPr sz="4000" dirty="0">
                <a:solidFill>
                  <a:schemeClr val="tx2"/>
                </a:solidFill>
              </a:rPr>
              <a:t> de la 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18104"/>
          </a:xfrm>
        </p:spPr>
        <p:txBody>
          <a:bodyPr>
            <a:normAutofit/>
          </a:bodyPr>
          <a:lstStyle/>
          <a:p>
            <a:r>
              <a:rPr sz="2400" dirty="0"/>
              <a:t>Tables </a:t>
            </a:r>
            <a:r>
              <a:rPr sz="2400" dirty="0" err="1"/>
              <a:t>principales</a:t>
            </a:r>
            <a:r>
              <a:rPr sz="2400" dirty="0"/>
              <a:t> :</a:t>
            </a:r>
          </a:p>
          <a:p>
            <a:r>
              <a:rPr sz="2400" dirty="0" err="1"/>
              <a:t>retour_client</a:t>
            </a:r>
            <a:endParaRPr sz="2400" dirty="0"/>
          </a:p>
          <a:p>
            <a:r>
              <a:rPr sz="2400" dirty="0" err="1"/>
              <a:t>produit</a:t>
            </a:r>
            <a:endParaRPr sz="2400" dirty="0"/>
          </a:p>
          <a:p>
            <a:r>
              <a:rPr sz="2400" dirty="0" err="1"/>
              <a:t>ref_magasin</a:t>
            </a:r>
            <a:endParaRPr sz="2400" dirty="0"/>
          </a:p>
          <a:p>
            <a:r>
              <a:rPr sz="2400" dirty="0"/>
              <a:t>La table </a:t>
            </a:r>
            <a:r>
              <a:rPr sz="2400" dirty="0" err="1"/>
              <a:t>retour_client</a:t>
            </a:r>
            <a:r>
              <a:rPr sz="2400" dirty="0"/>
              <a:t> </a:t>
            </a:r>
            <a:r>
              <a:rPr sz="2400" dirty="0" err="1"/>
              <a:t>centralise</a:t>
            </a:r>
            <a:r>
              <a:rPr sz="2400" dirty="0"/>
              <a:t> les </a:t>
            </a:r>
            <a:r>
              <a:rPr sz="2400" dirty="0" err="1"/>
              <a:t>événements</a:t>
            </a:r>
            <a:r>
              <a:rPr sz="2400" dirty="0"/>
              <a:t> métier </a:t>
            </a:r>
            <a:r>
              <a:rPr sz="2400" dirty="0" err="1"/>
              <a:t>liés</a:t>
            </a:r>
            <a:r>
              <a:rPr sz="2400" dirty="0"/>
              <a:t> aux avis clients.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6D82F44-41A1-7FCD-0CC3-25B48563D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618" y="4718305"/>
            <a:ext cx="4634763" cy="186380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1D31003-B428-13E4-5AA5-69820AE87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solidFill>
                  <a:schemeClr val="tx2"/>
                </a:solidFill>
              </a:rPr>
              <a:t>Dictionnaire</a:t>
            </a:r>
            <a:r>
              <a:rPr sz="4000" dirty="0">
                <a:solidFill>
                  <a:schemeClr val="tx2"/>
                </a:solidFill>
              </a:rPr>
              <a:t>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4261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800" dirty="0"/>
              <a:t>Le </a:t>
            </a:r>
            <a:r>
              <a:rPr sz="2800" dirty="0" err="1"/>
              <a:t>dictionnaire</a:t>
            </a:r>
            <a:r>
              <a:rPr sz="2800" dirty="0"/>
              <a:t> de données </a:t>
            </a:r>
            <a:r>
              <a:rPr sz="2800" dirty="0" err="1"/>
              <a:t>permet</a:t>
            </a:r>
            <a:r>
              <a:rPr sz="2800" dirty="0"/>
              <a:t> :</a:t>
            </a:r>
          </a:p>
          <a:p>
            <a:pPr marL="0" indent="0">
              <a:buNone/>
            </a:pPr>
            <a:r>
              <a:rPr sz="2800" dirty="0"/>
              <a:t>- de documenter les champs</a:t>
            </a:r>
          </a:p>
          <a:p>
            <a:pPr marL="0" indent="0">
              <a:buNone/>
            </a:pPr>
            <a:r>
              <a:rPr sz="2800" dirty="0"/>
              <a:t>- de </a:t>
            </a:r>
            <a:r>
              <a:rPr sz="2800" dirty="0" err="1"/>
              <a:t>standardiser</a:t>
            </a:r>
            <a:r>
              <a:rPr sz="2800" dirty="0"/>
              <a:t> les types</a:t>
            </a:r>
          </a:p>
          <a:p>
            <a:pPr marL="0" indent="0">
              <a:buNone/>
            </a:pPr>
            <a:r>
              <a:rPr sz="2800" dirty="0"/>
              <a:t>- de </a:t>
            </a:r>
            <a:r>
              <a:rPr sz="2800" dirty="0" err="1"/>
              <a:t>faciliter</a:t>
            </a:r>
            <a:r>
              <a:rPr sz="2800" dirty="0"/>
              <a:t> la maintenance</a:t>
            </a:r>
          </a:p>
          <a:p>
            <a:pPr marL="0" indent="0">
              <a:buNone/>
            </a:pPr>
            <a:r>
              <a:rPr sz="2800" dirty="0"/>
              <a:t>- </a:t>
            </a:r>
            <a:r>
              <a:rPr sz="2800" dirty="0" err="1"/>
              <a:t>d’améliorer</a:t>
            </a:r>
            <a:r>
              <a:rPr sz="2800" dirty="0"/>
              <a:t> la </a:t>
            </a:r>
            <a:r>
              <a:rPr sz="2800" dirty="0" err="1"/>
              <a:t>compréhension</a:t>
            </a:r>
            <a:r>
              <a:rPr sz="2800" dirty="0"/>
              <a:t>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2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3A61667-0C62-C28D-3AF1-1D0021770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4681629"/>
            <a:ext cx="8750808" cy="178277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F9A9873-DA7F-F78E-6BF5-1D295229A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solidFill>
                  <a:schemeClr val="tx2"/>
                </a:solidFill>
              </a:rPr>
              <a:t>Schéma</a:t>
            </a:r>
            <a:r>
              <a:rPr sz="4000" dirty="0">
                <a:solidFill>
                  <a:schemeClr val="tx2"/>
                </a:solidFill>
              </a:rPr>
              <a:t> </a:t>
            </a:r>
            <a:r>
              <a:rPr sz="4000" dirty="0" err="1">
                <a:solidFill>
                  <a:schemeClr val="tx2"/>
                </a:solidFill>
              </a:rPr>
              <a:t>relationnel</a:t>
            </a:r>
            <a:endParaRPr sz="40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2758122"/>
          </a:xfrm>
        </p:spPr>
        <p:txBody>
          <a:bodyPr>
            <a:normAutofit/>
          </a:bodyPr>
          <a:lstStyle/>
          <a:p>
            <a:r>
              <a:rPr sz="2800" dirty="0"/>
              <a:t>Le </a:t>
            </a:r>
            <a:r>
              <a:rPr sz="2800" dirty="0" err="1"/>
              <a:t>schéma</a:t>
            </a:r>
            <a:r>
              <a:rPr sz="2800" dirty="0"/>
              <a:t> </a:t>
            </a:r>
            <a:r>
              <a:rPr sz="2800" dirty="0" err="1"/>
              <a:t>relationnel</a:t>
            </a:r>
            <a:r>
              <a:rPr sz="2800" dirty="0"/>
              <a:t> </a:t>
            </a:r>
            <a:r>
              <a:rPr sz="2800" dirty="0" err="1"/>
              <a:t>permet</a:t>
            </a:r>
            <a:r>
              <a:rPr sz="2800" dirty="0"/>
              <a:t> :</a:t>
            </a:r>
          </a:p>
          <a:p>
            <a:pPr marL="0" indent="0">
              <a:buNone/>
            </a:pPr>
            <a:r>
              <a:rPr sz="2800" dirty="0"/>
              <a:t>- structurer les données</a:t>
            </a:r>
          </a:p>
          <a:p>
            <a:pPr marL="0" indent="0">
              <a:buNone/>
            </a:pPr>
            <a:r>
              <a:rPr sz="2800" dirty="0"/>
              <a:t>- limiter les </a:t>
            </a:r>
            <a:r>
              <a:rPr sz="2800" dirty="0" err="1"/>
              <a:t>redondances</a:t>
            </a:r>
            <a:endParaRPr sz="2800" dirty="0"/>
          </a:p>
          <a:p>
            <a:pPr marL="0" indent="0">
              <a:buNone/>
            </a:pPr>
            <a:r>
              <a:rPr sz="2800" dirty="0"/>
              <a:t>- assurer la </a:t>
            </a:r>
            <a:r>
              <a:rPr sz="2800" dirty="0" err="1"/>
              <a:t>cohérence</a:t>
            </a:r>
            <a:r>
              <a:rPr sz="2800" dirty="0"/>
              <a:t> des relations</a:t>
            </a:r>
          </a:p>
          <a:p>
            <a:pPr marL="0" indent="0">
              <a:buNone/>
            </a:pPr>
            <a:r>
              <a:rPr sz="2800" dirty="0"/>
              <a:t>- garantir </a:t>
            </a:r>
            <a:r>
              <a:rPr sz="2800" dirty="0" err="1"/>
              <a:t>l’intégrité</a:t>
            </a:r>
            <a:r>
              <a:rPr sz="2800" dirty="0"/>
              <a:t> </a:t>
            </a:r>
            <a:r>
              <a:rPr sz="2800" dirty="0" err="1"/>
              <a:t>référentielle</a:t>
            </a:r>
            <a:endParaRPr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A1B05E4-A7EB-AE1B-9735-52246FE50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" y="4083970"/>
            <a:ext cx="8549640" cy="249939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A04D850-C579-A6D2-AC1B-BDA3A45ED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solidFill>
                  <a:schemeClr val="tx2"/>
                </a:solidFill>
              </a:rPr>
              <a:t>Création</a:t>
            </a:r>
            <a:r>
              <a:rPr sz="4000" dirty="0">
                <a:solidFill>
                  <a:schemeClr val="tx2"/>
                </a:solidFill>
              </a:rPr>
              <a:t> de la table </a:t>
            </a:r>
            <a:r>
              <a:rPr sz="4000" dirty="0" err="1">
                <a:solidFill>
                  <a:schemeClr val="tx2"/>
                </a:solidFill>
              </a:rPr>
              <a:t>ref_magasin</a:t>
            </a:r>
            <a:endParaRPr sz="40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61160"/>
          </a:xfrm>
        </p:spPr>
        <p:txBody>
          <a:bodyPr>
            <a:normAutofit/>
          </a:bodyPr>
          <a:lstStyle/>
          <a:p>
            <a:r>
              <a:rPr sz="2800" dirty="0" err="1"/>
              <a:t>Création</a:t>
            </a:r>
            <a:r>
              <a:rPr sz="2800" dirty="0"/>
              <a:t> </a:t>
            </a:r>
            <a:r>
              <a:rPr sz="2800" dirty="0" err="1"/>
              <a:t>d’une</a:t>
            </a:r>
            <a:r>
              <a:rPr sz="2800" dirty="0"/>
              <a:t> nouvelle table </a:t>
            </a:r>
            <a:r>
              <a:rPr sz="2800" dirty="0" err="1"/>
              <a:t>dédiée</a:t>
            </a:r>
            <a:r>
              <a:rPr sz="2800" dirty="0"/>
              <a:t> aux </a:t>
            </a:r>
            <a:r>
              <a:rPr sz="2800" dirty="0" err="1"/>
              <a:t>magasins</a:t>
            </a:r>
            <a:r>
              <a:rPr sz="2800" dirty="0"/>
              <a:t>.</a:t>
            </a:r>
          </a:p>
          <a:p>
            <a:r>
              <a:rPr sz="2800" dirty="0" err="1"/>
              <a:t>Informations</a:t>
            </a:r>
            <a:r>
              <a:rPr sz="2800" dirty="0"/>
              <a:t> </a:t>
            </a:r>
            <a:r>
              <a:rPr sz="2800" dirty="0" err="1"/>
              <a:t>stockées</a:t>
            </a:r>
            <a:r>
              <a:rPr sz="2800" dirty="0"/>
              <a:t> : département, commune, population, </a:t>
            </a:r>
            <a:r>
              <a:rPr sz="2800" dirty="0" err="1"/>
              <a:t>coordonnées</a:t>
            </a:r>
            <a:r>
              <a:rPr sz="2800" dirty="0"/>
              <a:t> </a:t>
            </a:r>
            <a:r>
              <a:rPr sz="2800" dirty="0" err="1"/>
              <a:t>géographiques</a:t>
            </a:r>
            <a:r>
              <a:rPr sz="28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1D70FDA-D947-2904-98FC-5004CE2FF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61361"/>
            <a:ext cx="3258005" cy="190526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60BFBCB-B62D-A909-5451-BE093A146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111" y="3351600"/>
            <a:ext cx="3143689" cy="272453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2EF0127-D26B-D9E0-C1F4-61E437C79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solidFill>
                  <a:schemeClr val="tx2"/>
                </a:solidFill>
              </a:rPr>
              <a:t>Contrôle</a:t>
            </a:r>
            <a:r>
              <a:rPr sz="4000" dirty="0">
                <a:solidFill>
                  <a:schemeClr val="tx2"/>
                </a:solidFill>
              </a:rPr>
              <a:t> de la </a:t>
            </a:r>
            <a:r>
              <a:rPr sz="4000" dirty="0" err="1">
                <a:solidFill>
                  <a:schemeClr val="tx2"/>
                </a:solidFill>
              </a:rPr>
              <a:t>qualité</a:t>
            </a:r>
            <a:r>
              <a:rPr sz="4000" dirty="0">
                <a:solidFill>
                  <a:schemeClr val="tx2"/>
                </a:solidFill>
              </a:rPr>
              <a:t>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12848"/>
          </a:xfrm>
        </p:spPr>
        <p:txBody>
          <a:bodyPr>
            <a:normAutofit/>
          </a:bodyPr>
          <a:lstStyle/>
          <a:p>
            <a:r>
              <a:rPr sz="2800" dirty="0" err="1"/>
              <a:t>Contrôle</a:t>
            </a:r>
            <a:r>
              <a:rPr sz="2800" dirty="0"/>
              <a:t> des </a:t>
            </a:r>
            <a:r>
              <a:rPr sz="2800" dirty="0" err="1"/>
              <a:t>doublons</a:t>
            </a:r>
            <a:endParaRPr sz="2800" dirty="0"/>
          </a:p>
          <a:p>
            <a:r>
              <a:rPr sz="2800" dirty="0" err="1"/>
              <a:t>Contrôle</a:t>
            </a:r>
            <a:r>
              <a:rPr sz="2800" dirty="0"/>
              <a:t> des </a:t>
            </a:r>
            <a:r>
              <a:rPr sz="2800" dirty="0" err="1"/>
              <a:t>valeurs</a:t>
            </a:r>
            <a:r>
              <a:rPr sz="2800" dirty="0"/>
              <a:t> NULL</a:t>
            </a:r>
          </a:p>
          <a:p>
            <a:r>
              <a:rPr sz="2800" dirty="0" err="1"/>
              <a:t>Contrôle</a:t>
            </a:r>
            <a:r>
              <a:rPr sz="2800" dirty="0"/>
              <a:t> des </a:t>
            </a:r>
            <a:r>
              <a:rPr sz="2800" dirty="0" err="1"/>
              <a:t>clés</a:t>
            </a:r>
            <a:r>
              <a:rPr sz="2800" dirty="0"/>
              <a:t> </a:t>
            </a:r>
            <a:r>
              <a:rPr sz="2800" dirty="0" err="1"/>
              <a:t>étrangères</a:t>
            </a:r>
            <a:r>
              <a:rPr sz="2800" dirty="0"/>
              <a:t> </a:t>
            </a:r>
            <a:r>
              <a:rPr sz="2800" dirty="0" err="1"/>
              <a:t>orphelines</a:t>
            </a:r>
            <a:endParaRPr sz="2800" dirty="0"/>
          </a:p>
          <a:p>
            <a:r>
              <a:rPr sz="2800" dirty="0"/>
              <a:t>Validation des types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1AEF9B4-C9BD-39E5-1685-16C357290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3049"/>
            <a:ext cx="3067478" cy="91452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44AC6BD-80A2-A970-C23C-BFEC0BE7E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806" y="3813049"/>
            <a:ext cx="2372056" cy="113363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15FC636-3176-8B63-F0D9-40AE0CD5E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5257799"/>
            <a:ext cx="3067478" cy="107647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C9D9DC5-A792-55FA-63F1-1951CF7AC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1806" y="5419746"/>
            <a:ext cx="2715004" cy="91452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33329F7-CF0A-6CDB-3BBE-39E850BA8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</a:rPr>
              <a:t>Nombre de retours par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>
            <a:normAutofit/>
          </a:bodyPr>
          <a:lstStyle/>
          <a:p>
            <a:r>
              <a:rPr sz="2800" dirty="0" err="1"/>
              <a:t>Analyse</a:t>
            </a:r>
            <a:r>
              <a:rPr sz="2800" dirty="0"/>
              <a:t> des </a:t>
            </a:r>
            <a:r>
              <a:rPr sz="2800" dirty="0" err="1"/>
              <a:t>canaux</a:t>
            </a:r>
            <a:r>
              <a:rPr sz="2800" dirty="0"/>
              <a:t> de feedback clients.</a:t>
            </a:r>
          </a:p>
          <a:p>
            <a:pPr marL="0" indent="0">
              <a:buNone/>
            </a:pPr>
            <a:r>
              <a:rPr lang="fr-FR" sz="2800" dirty="0"/>
              <a:t>	</a:t>
            </a:r>
            <a:r>
              <a:rPr sz="2800" dirty="0">
                <a:solidFill>
                  <a:srgbClr val="FF0000"/>
                </a:solidFill>
              </a:rPr>
              <a:t>Objectif</a:t>
            </a:r>
            <a:r>
              <a:rPr sz="2800" dirty="0"/>
              <a:t> : identifier les sources les plus </a:t>
            </a:r>
            <a:r>
              <a:rPr sz="2800" dirty="0" err="1"/>
              <a:t>utilisées</a:t>
            </a:r>
            <a:r>
              <a:rPr sz="28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FD599FB-3A1A-7662-85B1-3A3B98987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0ED0AB5-801A-0BEA-2001-EC5A112FE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743201"/>
            <a:ext cx="3419952" cy="13241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7F78CAE-9326-A607-7A11-D3FDF68AB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707" y="3114728"/>
            <a:ext cx="1214070" cy="56967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B6559A2-8351-271D-05E1-D2DB7C198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79" y="4067361"/>
            <a:ext cx="3762900" cy="146705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304FB11-B00D-4873-6B74-E28F764A4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706" y="4143572"/>
            <a:ext cx="996592" cy="103193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85FED7C-9943-146B-1270-C00B24E9CE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79" y="5705508"/>
            <a:ext cx="4096322" cy="914528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914749D8-93D8-35EB-C844-856366AB3C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6706" y="5705508"/>
            <a:ext cx="2196432" cy="9145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78090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</a:rPr>
              <a:t>Top 5 des </a:t>
            </a:r>
            <a:r>
              <a:rPr sz="4000" dirty="0" err="1">
                <a:solidFill>
                  <a:schemeClr val="tx2"/>
                </a:solidFill>
              </a:rPr>
              <a:t>magasins</a:t>
            </a:r>
            <a:endParaRPr sz="40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1144"/>
            <a:ext cx="8229600" cy="1032596"/>
          </a:xfrm>
        </p:spPr>
        <p:txBody>
          <a:bodyPr>
            <a:normAutofit/>
          </a:bodyPr>
          <a:lstStyle/>
          <a:p>
            <a:r>
              <a:rPr sz="2800" dirty="0" err="1"/>
              <a:t>Classement</a:t>
            </a:r>
            <a:r>
              <a:rPr sz="2800" dirty="0"/>
              <a:t> des </a:t>
            </a:r>
            <a:r>
              <a:rPr sz="2800" dirty="0" err="1"/>
              <a:t>magasins</a:t>
            </a:r>
            <a:r>
              <a:rPr sz="2800" dirty="0"/>
              <a:t> avec les </a:t>
            </a:r>
            <a:r>
              <a:rPr sz="2800" dirty="0" err="1"/>
              <a:t>meilleures</a:t>
            </a:r>
            <a:r>
              <a:rPr sz="2800" dirty="0"/>
              <a:t> notes </a:t>
            </a:r>
            <a:r>
              <a:rPr sz="2800" dirty="0" err="1"/>
              <a:t>moyennes</a:t>
            </a:r>
            <a:r>
              <a:rPr sz="28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C8E2374-81DA-B909-8F48-8AB010AF8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3BACDC6-1582-2A9E-27D7-179E6CF3E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11" y="2424058"/>
            <a:ext cx="4060456" cy="158242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6B4893E-9189-D258-F413-C994C8E64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344" y="2424058"/>
            <a:ext cx="4273656" cy="141080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E526168-1115-D4B1-AF44-45723129A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511" y="4273521"/>
            <a:ext cx="3108499" cy="110866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7F668F9-C0E9-9FFE-4921-3407BB8DBD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324" y="4006482"/>
            <a:ext cx="4242676" cy="131272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8EC65FC-8869-C269-1AED-F1B88425B0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11" y="5649224"/>
            <a:ext cx="4268988" cy="103259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BEEBBD2-B53C-48C6-C155-7A07F6C274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324" y="5669164"/>
            <a:ext cx="2966063" cy="10126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solidFill>
                  <a:schemeClr val="tx2"/>
                </a:solidFill>
              </a:rPr>
              <a:t>Analyse</a:t>
            </a:r>
            <a:r>
              <a:rPr sz="4000" dirty="0">
                <a:solidFill>
                  <a:schemeClr val="tx2"/>
                </a:solidFill>
              </a:rPr>
              <a:t> des typologies </a:t>
            </a:r>
            <a:r>
              <a:rPr sz="4000" dirty="0" err="1">
                <a:solidFill>
                  <a:schemeClr val="tx2"/>
                </a:solidFill>
              </a:rPr>
              <a:t>produit</a:t>
            </a:r>
            <a:endParaRPr sz="40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72768"/>
          </a:xfrm>
        </p:spPr>
        <p:txBody>
          <a:bodyPr>
            <a:normAutofit/>
          </a:bodyPr>
          <a:lstStyle/>
          <a:p>
            <a:r>
              <a:rPr sz="2800" dirty="0" err="1"/>
              <a:t>Comparaison</a:t>
            </a:r>
            <a:r>
              <a:rPr sz="2800" dirty="0"/>
              <a:t> des notes </a:t>
            </a:r>
            <a:r>
              <a:rPr sz="2800" dirty="0" err="1"/>
              <a:t>moyennes</a:t>
            </a:r>
            <a:r>
              <a:rPr sz="2800" dirty="0"/>
              <a:t> </a:t>
            </a:r>
            <a:r>
              <a:rPr sz="2800" dirty="0" err="1"/>
              <a:t>selon</a:t>
            </a:r>
            <a:r>
              <a:rPr sz="2800" dirty="0"/>
              <a:t> les </a:t>
            </a:r>
            <a:r>
              <a:rPr sz="2800" dirty="0" err="1"/>
              <a:t>catégories</a:t>
            </a:r>
            <a:r>
              <a:rPr sz="2800" dirty="0"/>
              <a:t> de </a:t>
            </a:r>
            <a:r>
              <a:rPr sz="2800" dirty="0" err="1"/>
              <a:t>produits</a:t>
            </a:r>
            <a:r>
              <a:rPr sz="2800" dirty="0"/>
              <a:t>.</a:t>
            </a:r>
          </a:p>
          <a:p>
            <a:r>
              <a:rPr sz="2800" dirty="0"/>
              <a:t>Identification des typologies les plus </a:t>
            </a:r>
            <a:r>
              <a:rPr sz="2800" dirty="0" err="1"/>
              <a:t>performantes</a:t>
            </a:r>
            <a:r>
              <a:rPr sz="28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7836531-5651-3C1F-6570-7E0E63833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3355532"/>
            <a:ext cx="6001588" cy="30293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76D0E67-44C2-1C6C-F99E-BF78490F0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solidFill>
                  <a:schemeClr val="tx2"/>
                </a:solidFill>
              </a:rPr>
              <a:t>Analyse</a:t>
            </a:r>
            <a:r>
              <a:rPr sz="4000" dirty="0">
                <a:solidFill>
                  <a:schemeClr val="tx2"/>
                </a:solidFill>
              </a:rPr>
              <a:t> du service après-vente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9606"/>
            <a:ext cx="8229600" cy="1051560"/>
          </a:xfrm>
        </p:spPr>
        <p:txBody>
          <a:bodyPr>
            <a:normAutofit/>
          </a:bodyPr>
          <a:lstStyle/>
          <a:p>
            <a:r>
              <a:rPr sz="2800" dirty="0"/>
              <a:t>Identification des </a:t>
            </a:r>
            <a:r>
              <a:rPr sz="2800" dirty="0" err="1"/>
              <a:t>catégories</a:t>
            </a:r>
            <a:r>
              <a:rPr sz="2800" dirty="0"/>
              <a:t> </a:t>
            </a:r>
            <a:r>
              <a:rPr sz="2800" dirty="0" err="1"/>
              <a:t>offrant</a:t>
            </a:r>
            <a:r>
              <a:rPr sz="2800" dirty="0"/>
              <a:t> le </a:t>
            </a:r>
            <a:r>
              <a:rPr sz="2800" dirty="0" err="1"/>
              <a:t>meilleur</a:t>
            </a:r>
            <a:r>
              <a:rPr sz="2800" dirty="0"/>
              <a:t> SAV.</a:t>
            </a:r>
          </a:p>
          <a:p>
            <a:r>
              <a:rPr sz="2800" dirty="0" err="1"/>
              <a:t>Mesure</a:t>
            </a:r>
            <a:r>
              <a:rPr sz="2800" dirty="0"/>
              <a:t> de la satisfaction sur le service après-vente.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7B75172-6366-E0B8-0ED9-764BB57C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88AA1AF-5E24-C320-C3DF-32A13D10C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9626"/>
            <a:ext cx="4258269" cy="146705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CECD841-764A-D44E-A2E6-713982E3F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347" y="2379626"/>
            <a:ext cx="3334215" cy="137179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EF0FFD8-95B7-556F-C98D-B8DFA21BA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35141"/>
            <a:ext cx="4258269" cy="104448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DEF893B-09FB-8C7F-07EA-C1384DC28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8347" y="4166829"/>
            <a:ext cx="2572109" cy="58110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ECA28FB-8781-6306-8213-045FC8590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9" y="5068083"/>
            <a:ext cx="4258269" cy="164397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EAEEC6B2-BE84-7846-1B7C-760985181E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8347" y="5540950"/>
            <a:ext cx="3655966" cy="6982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>
                <a:solidFill>
                  <a:schemeClr val="tx2"/>
                </a:solidFill>
              </a:rPr>
              <a:t>Calcul</a:t>
            </a:r>
            <a:r>
              <a:rPr sz="4000" dirty="0">
                <a:solidFill>
                  <a:schemeClr val="tx2"/>
                </a:solidFill>
              </a:rPr>
              <a:t> du NPS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490471"/>
          </a:xfrm>
        </p:spPr>
        <p:txBody>
          <a:bodyPr>
            <a:normAutofit/>
          </a:bodyPr>
          <a:lstStyle/>
          <a:p>
            <a:r>
              <a:rPr sz="2800" dirty="0"/>
              <a:t>Le NPS </a:t>
            </a:r>
            <a:r>
              <a:rPr sz="2800" dirty="0" err="1"/>
              <a:t>mesure</a:t>
            </a:r>
            <a:r>
              <a:rPr sz="2800" dirty="0"/>
              <a:t> la </a:t>
            </a:r>
            <a:r>
              <a:rPr sz="2800" dirty="0" err="1"/>
              <a:t>probabilité</a:t>
            </a:r>
            <a:r>
              <a:rPr sz="2800" dirty="0"/>
              <a:t> </a:t>
            </a:r>
            <a:r>
              <a:rPr sz="2800" dirty="0" err="1"/>
              <a:t>qu’un</a:t>
            </a:r>
            <a:r>
              <a:rPr sz="2800" dirty="0"/>
              <a:t> client </a:t>
            </a:r>
            <a:r>
              <a:rPr sz="2800" dirty="0" err="1"/>
              <a:t>recommande</a:t>
            </a:r>
            <a:r>
              <a:rPr sz="2800" dirty="0"/>
              <a:t> </a:t>
            </a:r>
            <a:r>
              <a:rPr sz="2800" dirty="0" err="1"/>
              <a:t>l’entreprise</a:t>
            </a:r>
            <a:r>
              <a:rPr sz="2800" dirty="0"/>
              <a:t>.</a:t>
            </a:r>
          </a:p>
          <a:p>
            <a:r>
              <a:rPr sz="2800" dirty="0" err="1"/>
              <a:t>Analyse</a:t>
            </a:r>
            <a:r>
              <a:rPr sz="2800" dirty="0"/>
              <a:t> du </a:t>
            </a:r>
            <a:r>
              <a:rPr sz="2800" dirty="0" err="1"/>
              <a:t>niveau</a:t>
            </a:r>
            <a:r>
              <a:rPr sz="2800" dirty="0"/>
              <a:t> global de satisfaction client.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3D63465-8F3C-1659-7B2B-1C329FC96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A86BAF0-BE84-B19F-59E1-AA94B1A88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33623"/>
            <a:ext cx="4191585" cy="72400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566372B-44A7-FC4E-A6C4-62A422059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759" y="3767330"/>
            <a:ext cx="2362530" cy="61921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F2D0863-EB57-28A7-CB42-23A97DDB2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151449"/>
            <a:ext cx="4191585" cy="45726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C6BC52E-EA6B-6B8C-121B-3206E0FA6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759" y="5063200"/>
            <a:ext cx="790685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</a:rPr>
              <a:t>NPS par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64792"/>
          </a:xfrm>
        </p:spPr>
        <p:txBody>
          <a:bodyPr>
            <a:normAutofit/>
          </a:bodyPr>
          <a:lstStyle/>
          <a:p>
            <a:r>
              <a:rPr sz="2800" dirty="0" err="1"/>
              <a:t>Comparaison</a:t>
            </a:r>
            <a:r>
              <a:rPr sz="2800" dirty="0"/>
              <a:t> du NPS </a:t>
            </a:r>
            <a:r>
              <a:rPr sz="2800" dirty="0" err="1"/>
              <a:t>selon</a:t>
            </a:r>
            <a:r>
              <a:rPr sz="2800" dirty="0"/>
              <a:t> les </a:t>
            </a:r>
            <a:r>
              <a:rPr sz="2800" dirty="0" err="1"/>
              <a:t>canaux</a:t>
            </a:r>
            <a:r>
              <a:rPr sz="2800" dirty="0"/>
              <a:t> de communication.</a:t>
            </a:r>
          </a:p>
          <a:p>
            <a:r>
              <a:rPr sz="2800" dirty="0"/>
              <a:t>Identification des </a:t>
            </a:r>
            <a:r>
              <a:rPr sz="2800" dirty="0" err="1"/>
              <a:t>canaux</a:t>
            </a:r>
            <a:r>
              <a:rPr sz="2800" dirty="0"/>
              <a:t> les plus performants.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DDACF14-5828-B090-FD71-E9C07DBD1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64993"/>
            <a:ext cx="8430802" cy="26864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EDF2112-980A-BEC0-150E-7659F8451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tx2"/>
                </a:solidFill>
              </a:rPr>
              <a:t>Résultats</a:t>
            </a:r>
            <a:r>
              <a:rPr lang="fr-FR" dirty="0">
                <a:solidFill>
                  <a:schemeClr val="tx2"/>
                </a:solidFill>
              </a:rPr>
              <a:t> finaux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obtenus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Centralisation</a:t>
            </a:r>
            <a:r>
              <a:rPr dirty="0"/>
              <a:t> des retours clients</a:t>
            </a:r>
          </a:p>
          <a:p>
            <a:r>
              <a:rPr dirty="0" err="1"/>
              <a:t>Création</a:t>
            </a:r>
            <a:r>
              <a:rPr dirty="0"/>
              <a:t> </a:t>
            </a:r>
            <a:r>
              <a:rPr dirty="0" err="1"/>
              <a:t>d’une</a:t>
            </a:r>
            <a:r>
              <a:rPr dirty="0"/>
              <a:t> base </a:t>
            </a:r>
            <a:r>
              <a:rPr dirty="0" err="1"/>
              <a:t>relationnelle</a:t>
            </a:r>
            <a:r>
              <a:rPr dirty="0"/>
              <a:t> </a:t>
            </a:r>
            <a:r>
              <a:rPr dirty="0" err="1"/>
              <a:t>cohérente</a:t>
            </a:r>
            <a:endParaRPr dirty="0"/>
          </a:p>
          <a:p>
            <a:r>
              <a:rPr dirty="0" err="1"/>
              <a:t>Amélioration</a:t>
            </a:r>
            <a:r>
              <a:rPr dirty="0"/>
              <a:t> de la </a:t>
            </a:r>
            <a:r>
              <a:rPr dirty="0" err="1"/>
              <a:t>qualité</a:t>
            </a:r>
            <a:r>
              <a:rPr dirty="0"/>
              <a:t> des données</a:t>
            </a:r>
          </a:p>
          <a:p>
            <a:r>
              <a:rPr dirty="0"/>
              <a:t>Production </a:t>
            </a:r>
            <a:r>
              <a:rPr dirty="0" err="1"/>
              <a:t>d’indicateurs</a:t>
            </a:r>
            <a:r>
              <a:rPr dirty="0"/>
              <a:t> </a:t>
            </a:r>
            <a:r>
              <a:rPr dirty="0" err="1"/>
              <a:t>d’aide</a:t>
            </a:r>
            <a:r>
              <a:rPr dirty="0"/>
              <a:t> à la </a:t>
            </a:r>
            <a:r>
              <a:rPr dirty="0" err="1"/>
              <a:t>décision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0FB248-2AF3-3D56-302D-EF6C70E2B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tx2"/>
                </a:solidFill>
              </a:rPr>
              <a:t>Difficultés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rencontrées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Nettoyage des données</a:t>
            </a:r>
          </a:p>
          <a:p>
            <a:r>
              <a:t>Gestion des doublons</a:t>
            </a:r>
          </a:p>
          <a:p>
            <a:r>
              <a:t>Contrôle des incohérences</a:t>
            </a:r>
          </a:p>
          <a:p>
            <a:r>
              <a:t>Mise en place des relations entre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3BDD591-1444-1B61-8BAB-42AA6F6ED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tx2"/>
                </a:solidFill>
              </a:rPr>
              <a:t>Recommandations</a:t>
            </a:r>
            <a:r>
              <a:rPr dirty="0">
                <a:solidFill>
                  <a:schemeClr val="tx2"/>
                </a:solidFill>
              </a:rPr>
              <a:t>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Renforcer</a:t>
            </a:r>
            <a:r>
              <a:rPr dirty="0"/>
              <a:t> le </a:t>
            </a:r>
            <a:r>
              <a:rPr dirty="0" err="1"/>
              <a:t>suivi</a:t>
            </a:r>
            <a:r>
              <a:rPr dirty="0"/>
              <a:t> du SAV</a:t>
            </a:r>
          </a:p>
          <a:p>
            <a:r>
              <a:rPr dirty="0" err="1"/>
              <a:t>Surveiller</a:t>
            </a:r>
            <a:r>
              <a:rPr dirty="0"/>
              <a:t> les </a:t>
            </a:r>
            <a:r>
              <a:rPr dirty="0" err="1"/>
              <a:t>magasins</a:t>
            </a:r>
            <a:r>
              <a:rPr dirty="0"/>
              <a:t> sous la </a:t>
            </a:r>
            <a:r>
              <a:rPr dirty="0" err="1"/>
              <a:t>moyenne</a:t>
            </a:r>
            <a:endParaRPr dirty="0"/>
          </a:p>
          <a:p>
            <a:r>
              <a:rPr dirty="0" err="1"/>
              <a:t>Suivre</a:t>
            </a:r>
            <a:r>
              <a:rPr dirty="0"/>
              <a:t> le NPS </a:t>
            </a:r>
            <a:r>
              <a:rPr dirty="0" err="1"/>
              <a:t>mensuellement</a:t>
            </a:r>
            <a:endParaRPr dirty="0"/>
          </a:p>
          <a:p>
            <a:r>
              <a:rPr dirty="0" err="1"/>
              <a:t>Développer</a:t>
            </a:r>
            <a:r>
              <a:rPr dirty="0"/>
              <a:t> des actions de </a:t>
            </a:r>
            <a:r>
              <a:rPr dirty="0" err="1"/>
              <a:t>fidélisation</a:t>
            </a:r>
            <a:r>
              <a:rPr dirty="0"/>
              <a:t> </a:t>
            </a:r>
            <a:r>
              <a:rPr dirty="0" err="1"/>
              <a:t>ciblées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37D59D-CF08-7F43-C4C6-A0D8BAD5E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Le </a:t>
            </a:r>
            <a:r>
              <a:rPr sz="2800" dirty="0" err="1"/>
              <a:t>projet</a:t>
            </a:r>
            <a:r>
              <a:rPr sz="2800" dirty="0"/>
              <a:t> a </a:t>
            </a:r>
            <a:r>
              <a:rPr sz="2800" dirty="0" err="1"/>
              <a:t>permis</a:t>
            </a:r>
            <a:r>
              <a:rPr sz="2800" dirty="0"/>
              <a:t> de structurer et </a:t>
            </a:r>
            <a:r>
              <a:rPr sz="2800" dirty="0" err="1"/>
              <a:t>fiabiliser</a:t>
            </a:r>
            <a:r>
              <a:rPr sz="2800" dirty="0"/>
              <a:t> les données clients.</a:t>
            </a:r>
          </a:p>
          <a:p>
            <a:r>
              <a:rPr sz="2800" dirty="0"/>
              <a:t>Les analyses </a:t>
            </a:r>
            <a:r>
              <a:rPr sz="2800" dirty="0" err="1"/>
              <a:t>produites</a:t>
            </a:r>
            <a:r>
              <a:rPr sz="2800" dirty="0"/>
              <a:t> </a:t>
            </a:r>
            <a:r>
              <a:rPr sz="2800" dirty="0" err="1"/>
              <a:t>facilitent</a:t>
            </a:r>
            <a:r>
              <a:rPr sz="2800" dirty="0"/>
              <a:t> la </a:t>
            </a:r>
            <a:r>
              <a:rPr sz="2800" dirty="0" err="1"/>
              <a:t>prise</a:t>
            </a:r>
            <a:r>
              <a:rPr sz="2800" dirty="0"/>
              <a:t> de </a:t>
            </a:r>
            <a:r>
              <a:rPr sz="2800" dirty="0" err="1"/>
              <a:t>décision</a:t>
            </a:r>
            <a:r>
              <a:rPr sz="2800" dirty="0"/>
              <a:t>.</a:t>
            </a:r>
          </a:p>
          <a:p>
            <a:r>
              <a:rPr sz="2800" dirty="0"/>
              <a:t>Perspectives : tableaux de bord BI et </a:t>
            </a:r>
            <a:r>
              <a:rPr sz="2800" dirty="0" err="1"/>
              <a:t>automatisation</a:t>
            </a:r>
            <a:r>
              <a:rPr sz="2800" dirty="0"/>
              <a:t> des KPI.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F772C7-3C75-F58E-44D2-2DB1F359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2950" cy="647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500</Words>
  <Application>Microsoft Office PowerPoint</Application>
  <PresentationFormat>Affichage à l'écran (4:3)</PresentationFormat>
  <Paragraphs>86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Analyse des retours clients et amélioration de l’expérience client</vt:lpstr>
      <vt:lpstr>Objectifs du projet</vt:lpstr>
      <vt:lpstr>Exigences métier et techniques</vt:lpstr>
      <vt:lpstr>Bonnes pratiques mises en place</vt:lpstr>
      <vt:lpstr>Présentation de la base de données</vt:lpstr>
      <vt:lpstr>Dictionnaire de données</vt:lpstr>
      <vt:lpstr>Schéma relationnel</vt:lpstr>
      <vt:lpstr>Création de la table ref_magasin</vt:lpstr>
      <vt:lpstr>Contrôle de la qualité des données</vt:lpstr>
      <vt:lpstr>Nombre de retours par source</vt:lpstr>
      <vt:lpstr>Top 5 des magasins</vt:lpstr>
      <vt:lpstr>Analyse des typologies produit</vt:lpstr>
      <vt:lpstr>Analyse du service après-vente</vt:lpstr>
      <vt:lpstr>Calcul du NPS</vt:lpstr>
      <vt:lpstr>NPS par source</vt:lpstr>
      <vt:lpstr>Résultats finaux obtenus</vt:lpstr>
      <vt:lpstr>Difficultés rencontrées</vt:lpstr>
      <vt:lpstr>Recommandations métier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paco humbert</cp:lastModifiedBy>
  <cp:revision>1</cp:revision>
  <dcterms:created xsi:type="dcterms:W3CDTF">2013-01-27T09:14:16Z</dcterms:created>
  <dcterms:modified xsi:type="dcterms:W3CDTF">2026-05-15T09:05:10Z</dcterms:modified>
  <cp:category/>
</cp:coreProperties>
</file>